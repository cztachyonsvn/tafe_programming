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78" r:id="rId11"/>
    <p:sldId id="279" r:id="rId12"/>
    <p:sldId id="280" r:id="rId13"/>
    <p:sldId id="281" r:id="rId14"/>
    <p:sldId id="282" r:id="rId15"/>
    <p:sldId id="264" r:id="rId16"/>
    <p:sldId id="268" r:id="rId17"/>
    <p:sldId id="269" r:id="rId18"/>
    <p:sldId id="267" r:id="rId19"/>
    <p:sldId id="270" r:id="rId20"/>
    <p:sldId id="271" r:id="rId21"/>
    <p:sldId id="272" r:id="rId22"/>
    <p:sldId id="274" r:id="rId23"/>
    <p:sldId id="273" r:id="rId24"/>
    <p:sldId id="275" r:id="rId25"/>
    <p:sldId id="276" r:id="rId26"/>
    <p:sldId id="27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9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1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oy vaughn" userId="eb13a8797f75bf12" providerId="LiveId" clId="{393E96C2-759F-4CC8-B615-D6C18233BE35}"/>
    <pc:docChg chg="undo custSel addSld delSld modSld sldOrd">
      <pc:chgData name="troy vaughn" userId="eb13a8797f75bf12" providerId="LiveId" clId="{393E96C2-759F-4CC8-B615-D6C18233BE35}" dt="2021-07-09T05:06:33.545" v="7623" actId="20577"/>
      <pc:docMkLst>
        <pc:docMk/>
      </pc:docMkLst>
      <pc:sldChg chg="modSp new mod">
        <pc:chgData name="troy vaughn" userId="eb13a8797f75bf12" providerId="LiveId" clId="{393E96C2-759F-4CC8-B615-D6C18233BE35}" dt="2021-07-09T05:06:19.950" v="7596" actId="20577"/>
        <pc:sldMkLst>
          <pc:docMk/>
          <pc:sldMk cId="2914377975" sldId="257"/>
        </pc:sldMkLst>
        <pc:spChg chg="mod">
          <ac:chgData name="troy vaughn" userId="eb13a8797f75bf12" providerId="LiveId" clId="{393E96C2-759F-4CC8-B615-D6C18233BE35}" dt="2021-07-09T01:37:18.360" v="17" actId="20577"/>
          <ac:spMkLst>
            <pc:docMk/>
            <pc:sldMk cId="2914377975" sldId="257"/>
            <ac:spMk id="2" creationId="{249AD25D-391E-45A6-BCB7-351620840803}"/>
          </ac:spMkLst>
        </pc:spChg>
        <pc:spChg chg="mod">
          <ac:chgData name="troy vaughn" userId="eb13a8797f75bf12" providerId="LiveId" clId="{393E96C2-759F-4CC8-B615-D6C18233BE35}" dt="2021-07-09T05:06:19.950" v="7596" actId="20577"/>
          <ac:spMkLst>
            <pc:docMk/>
            <pc:sldMk cId="2914377975" sldId="257"/>
            <ac:spMk id="3" creationId="{25976470-1613-4811-922E-833B31F02E19}"/>
          </ac:spMkLst>
        </pc:spChg>
      </pc:sldChg>
      <pc:sldChg chg="addSp delSp modSp new mod setBg setClrOvrMap">
        <pc:chgData name="troy vaughn" userId="eb13a8797f75bf12" providerId="LiveId" clId="{393E96C2-759F-4CC8-B615-D6C18233BE35}" dt="2021-07-09T01:57:16.865" v="571" actId="14100"/>
        <pc:sldMkLst>
          <pc:docMk/>
          <pc:sldMk cId="2768719265" sldId="258"/>
        </pc:sldMkLst>
        <pc:spChg chg="mod">
          <ac:chgData name="troy vaughn" userId="eb13a8797f75bf12" providerId="LiveId" clId="{393E96C2-759F-4CC8-B615-D6C18233BE35}" dt="2021-07-09T01:57:11.512" v="569" actId="26606"/>
          <ac:spMkLst>
            <pc:docMk/>
            <pc:sldMk cId="2768719265" sldId="258"/>
            <ac:spMk id="2" creationId="{6C584DEB-E21C-4270-B0BB-3C1CE9F195D9}"/>
          </ac:spMkLst>
        </pc:spChg>
        <pc:spChg chg="mod ord">
          <ac:chgData name="troy vaughn" userId="eb13a8797f75bf12" providerId="LiveId" clId="{393E96C2-759F-4CC8-B615-D6C18233BE35}" dt="2021-07-09T01:57:11.512" v="569" actId="26606"/>
          <ac:spMkLst>
            <pc:docMk/>
            <pc:sldMk cId="2768719265" sldId="258"/>
            <ac:spMk id="3" creationId="{C338F302-0C6D-4318-8CB4-474263DDF053}"/>
          </ac:spMkLst>
        </pc:spChg>
        <pc:spChg chg="add">
          <ac:chgData name="troy vaughn" userId="eb13a8797f75bf12" providerId="LiveId" clId="{393E96C2-759F-4CC8-B615-D6C18233BE35}" dt="2021-07-09T01:57:11.512" v="569" actId="26606"/>
          <ac:spMkLst>
            <pc:docMk/>
            <pc:sldMk cId="2768719265" sldId="258"/>
            <ac:spMk id="73" creationId="{046B922C-5BA7-4973-B12F-71A509E4BF13}"/>
          </ac:spMkLst>
        </pc:spChg>
        <pc:spChg chg="add">
          <ac:chgData name="troy vaughn" userId="eb13a8797f75bf12" providerId="LiveId" clId="{393E96C2-759F-4CC8-B615-D6C18233BE35}" dt="2021-07-09T01:57:11.512" v="569" actId="26606"/>
          <ac:spMkLst>
            <pc:docMk/>
            <pc:sldMk cId="2768719265" sldId="258"/>
            <ac:spMk id="118" creationId="{F2B1468C-8227-4785-8776-7BDBDDF08F85}"/>
          </ac:spMkLst>
        </pc:spChg>
        <pc:grpChg chg="add">
          <ac:chgData name="troy vaughn" userId="eb13a8797f75bf12" providerId="LiveId" clId="{393E96C2-759F-4CC8-B615-D6C18233BE35}" dt="2021-07-09T01:57:11.512" v="569" actId="26606"/>
          <ac:grpSpMkLst>
            <pc:docMk/>
            <pc:sldMk cId="2768719265" sldId="258"/>
            <ac:grpSpMk id="75" creationId="{96D34D8D-9EE9-4659-8C22-7551A95F96FA}"/>
          </ac:grpSpMkLst>
        </pc:grpChg>
        <pc:picChg chg="add">
          <ac:chgData name="troy vaughn" userId="eb13a8797f75bf12" providerId="LiveId" clId="{393E96C2-759F-4CC8-B615-D6C18233BE35}" dt="2021-07-09T01:57:11.512" v="569" actId="26606"/>
          <ac:picMkLst>
            <pc:docMk/>
            <pc:sldMk cId="2768719265" sldId="258"/>
            <ac:picMk id="116" creationId="{2FB01CCF-839B-4126-9BF9-132C64D8A1AA}"/>
          </ac:picMkLst>
        </pc:picChg>
        <pc:picChg chg="add del mod">
          <ac:chgData name="troy vaughn" userId="eb13a8797f75bf12" providerId="LiveId" clId="{393E96C2-759F-4CC8-B615-D6C18233BE35}" dt="2021-07-09T01:56:51.654" v="565"/>
          <ac:picMkLst>
            <pc:docMk/>
            <pc:sldMk cId="2768719265" sldId="258"/>
            <ac:picMk id="1026" creationId="{EF8C1553-BD26-4389-AC39-1B43FF5963C1}"/>
          </ac:picMkLst>
        </pc:picChg>
        <pc:picChg chg="add mod">
          <ac:chgData name="troy vaughn" userId="eb13a8797f75bf12" providerId="LiveId" clId="{393E96C2-759F-4CC8-B615-D6C18233BE35}" dt="2021-07-09T01:57:16.865" v="571" actId="14100"/>
          <ac:picMkLst>
            <pc:docMk/>
            <pc:sldMk cId="2768719265" sldId="258"/>
            <ac:picMk id="1028" creationId="{F0B0A61E-CD0A-4D60-A9E0-A5D171857F88}"/>
          </ac:picMkLst>
        </pc:picChg>
      </pc:sldChg>
      <pc:sldChg chg="addSp delSp modSp new mod setBg">
        <pc:chgData name="troy vaughn" userId="eb13a8797f75bf12" providerId="LiveId" clId="{393E96C2-759F-4CC8-B615-D6C18233BE35}" dt="2021-07-09T02:10:25.302" v="1171" actId="20577"/>
        <pc:sldMkLst>
          <pc:docMk/>
          <pc:sldMk cId="428800501" sldId="259"/>
        </pc:sldMkLst>
        <pc:spChg chg="mod ord">
          <ac:chgData name="troy vaughn" userId="eb13a8797f75bf12" providerId="LiveId" clId="{393E96C2-759F-4CC8-B615-D6C18233BE35}" dt="2021-07-09T02:07:22.326" v="1045" actId="26606"/>
          <ac:spMkLst>
            <pc:docMk/>
            <pc:sldMk cId="428800501" sldId="259"/>
            <ac:spMk id="2" creationId="{14968CB7-4DDB-4042-B026-187BCAC5B546}"/>
          </ac:spMkLst>
        </pc:spChg>
        <pc:spChg chg="mod">
          <ac:chgData name="troy vaughn" userId="eb13a8797f75bf12" providerId="LiveId" clId="{393E96C2-759F-4CC8-B615-D6C18233BE35}" dt="2021-07-09T02:10:25.302" v="1171" actId="20577"/>
          <ac:spMkLst>
            <pc:docMk/>
            <pc:sldMk cId="428800501" sldId="259"/>
            <ac:spMk id="3" creationId="{4458DDAB-60AE-45C5-878E-C2E1014D4BE9}"/>
          </ac:spMkLst>
        </pc:spChg>
        <pc:grpChg chg="add del">
          <ac:chgData name="troy vaughn" userId="eb13a8797f75bf12" providerId="LiveId" clId="{393E96C2-759F-4CC8-B615-D6C18233BE35}" dt="2021-07-09T02:07:22.326" v="1045" actId="26606"/>
          <ac:grpSpMkLst>
            <pc:docMk/>
            <pc:sldMk cId="428800501" sldId="259"/>
            <ac:grpSpMk id="9" creationId="{9AE4726C-1831-4FE3-9A11-227F0DC2F0BC}"/>
          </ac:grpSpMkLst>
        </pc:grpChg>
        <pc:grpChg chg="add del">
          <ac:chgData name="troy vaughn" userId="eb13a8797f75bf12" providerId="LiveId" clId="{393E96C2-759F-4CC8-B615-D6C18233BE35}" dt="2021-07-09T02:07:22.326" v="1045" actId="26606"/>
          <ac:grpSpMkLst>
            <pc:docMk/>
            <pc:sldMk cId="428800501" sldId="259"/>
            <ac:grpSpMk id="13" creationId="{E916825F-759B-4F1A-BA80-AF7137691EC5}"/>
          </ac:grpSpMkLst>
        </pc:grpChg>
        <pc:grpChg chg="add">
          <ac:chgData name="troy vaughn" userId="eb13a8797f75bf12" providerId="LiveId" clId="{393E96C2-759F-4CC8-B615-D6C18233BE35}" dt="2021-07-09T02:07:22.326" v="1045" actId="26606"/>
          <ac:grpSpMkLst>
            <pc:docMk/>
            <pc:sldMk cId="428800501" sldId="259"/>
            <ac:grpSpMk id="72" creationId="{A0B38558-5389-4817-936F-FD62560CAC11}"/>
          </ac:grpSpMkLst>
        </pc:grpChg>
        <pc:grpChg chg="add">
          <ac:chgData name="troy vaughn" userId="eb13a8797f75bf12" providerId="LiveId" clId="{393E96C2-759F-4CC8-B615-D6C18233BE35}" dt="2021-07-09T02:07:22.326" v="1045" actId="26606"/>
          <ac:grpSpMkLst>
            <pc:docMk/>
            <pc:sldMk cId="428800501" sldId="259"/>
            <ac:grpSpMk id="76" creationId="{15502586-682B-4EDF-9515-674BB4E1CD13}"/>
          </ac:grpSpMkLst>
        </pc:grpChg>
        <pc:picChg chg="add mod">
          <ac:chgData name="troy vaughn" userId="eb13a8797f75bf12" providerId="LiveId" clId="{393E96C2-759F-4CC8-B615-D6C18233BE35}" dt="2021-07-09T02:07:22.326" v="1045" actId="26606"/>
          <ac:picMkLst>
            <pc:docMk/>
            <pc:sldMk cId="428800501" sldId="259"/>
            <ac:picMk id="5" creationId="{FA1C9FC8-9B2D-49F1-A655-5ED28D8EF605}"/>
          </ac:picMkLst>
        </pc:picChg>
      </pc:sldChg>
      <pc:sldChg chg="modSp new mod">
        <pc:chgData name="troy vaughn" userId="eb13a8797f75bf12" providerId="LiveId" clId="{393E96C2-759F-4CC8-B615-D6C18233BE35}" dt="2021-07-09T02:15:06.952" v="1552" actId="20577"/>
        <pc:sldMkLst>
          <pc:docMk/>
          <pc:sldMk cId="115972352" sldId="260"/>
        </pc:sldMkLst>
        <pc:spChg chg="mod">
          <ac:chgData name="troy vaughn" userId="eb13a8797f75bf12" providerId="LiveId" clId="{393E96C2-759F-4CC8-B615-D6C18233BE35}" dt="2021-07-09T02:11:04.954" v="1174" actId="27636"/>
          <ac:spMkLst>
            <pc:docMk/>
            <pc:sldMk cId="115972352" sldId="260"/>
            <ac:spMk id="2" creationId="{8F2CBEAD-EEB5-4533-BDD2-2D70C6612DA5}"/>
          </ac:spMkLst>
        </pc:spChg>
        <pc:spChg chg="mod">
          <ac:chgData name="troy vaughn" userId="eb13a8797f75bf12" providerId="LiveId" clId="{393E96C2-759F-4CC8-B615-D6C18233BE35}" dt="2021-07-09T02:15:06.952" v="1552" actId="20577"/>
          <ac:spMkLst>
            <pc:docMk/>
            <pc:sldMk cId="115972352" sldId="260"/>
            <ac:spMk id="3" creationId="{BA8265CA-CB01-41F9-8378-C245D0D00698}"/>
          </ac:spMkLst>
        </pc:spChg>
      </pc:sldChg>
      <pc:sldChg chg="addSp modSp new mod setBg">
        <pc:chgData name="troy vaughn" userId="eb13a8797f75bf12" providerId="LiveId" clId="{393E96C2-759F-4CC8-B615-D6C18233BE35}" dt="2021-07-09T02:20:50.666" v="1770" actId="26606"/>
        <pc:sldMkLst>
          <pc:docMk/>
          <pc:sldMk cId="3975995308" sldId="261"/>
        </pc:sldMkLst>
        <pc:spChg chg="mod">
          <ac:chgData name="troy vaughn" userId="eb13a8797f75bf12" providerId="LiveId" clId="{393E96C2-759F-4CC8-B615-D6C18233BE35}" dt="2021-07-09T02:20:50.666" v="1770" actId="26606"/>
          <ac:spMkLst>
            <pc:docMk/>
            <pc:sldMk cId="3975995308" sldId="261"/>
            <ac:spMk id="2" creationId="{309A5D3E-834D-41EE-8367-9CA50AFF3A5F}"/>
          </ac:spMkLst>
        </pc:spChg>
        <pc:spChg chg="mod">
          <ac:chgData name="troy vaughn" userId="eb13a8797f75bf12" providerId="LiveId" clId="{393E96C2-759F-4CC8-B615-D6C18233BE35}" dt="2021-07-09T02:20:50.666" v="1770" actId="26606"/>
          <ac:spMkLst>
            <pc:docMk/>
            <pc:sldMk cId="3975995308" sldId="261"/>
            <ac:spMk id="3" creationId="{1F0AF162-708C-4224-8881-78F3B50B69DE}"/>
          </ac:spMkLst>
        </pc:spChg>
        <pc:picChg chg="add mod">
          <ac:chgData name="troy vaughn" userId="eb13a8797f75bf12" providerId="LiveId" clId="{393E96C2-759F-4CC8-B615-D6C18233BE35}" dt="2021-07-09T02:20:50.666" v="1770" actId="26606"/>
          <ac:picMkLst>
            <pc:docMk/>
            <pc:sldMk cId="3975995308" sldId="261"/>
            <ac:picMk id="2050" creationId="{E1F153E7-D4DF-439C-92BD-F6CF41CD1899}"/>
          </ac:picMkLst>
        </pc:picChg>
      </pc:sldChg>
      <pc:sldChg chg="addSp delSp modSp new mod setBg">
        <pc:chgData name="troy vaughn" userId="eb13a8797f75bf12" providerId="LiveId" clId="{393E96C2-759F-4CC8-B615-D6C18233BE35}" dt="2021-07-09T03:20:18.220" v="2171"/>
        <pc:sldMkLst>
          <pc:docMk/>
          <pc:sldMk cId="510475011" sldId="262"/>
        </pc:sldMkLst>
        <pc:spChg chg="mod">
          <ac:chgData name="troy vaughn" userId="eb13a8797f75bf12" providerId="LiveId" clId="{393E96C2-759F-4CC8-B615-D6C18233BE35}" dt="2021-07-09T03:11:52.505" v="2163" actId="26606"/>
          <ac:spMkLst>
            <pc:docMk/>
            <pc:sldMk cId="510475011" sldId="262"/>
            <ac:spMk id="2" creationId="{F5967783-4344-4814-97BF-94B9AC19510B}"/>
          </ac:spMkLst>
        </pc:spChg>
        <pc:spChg chg="add del mod">
          <ac:chgData name="troy vaughn" userId="eb13a8797f75bf12" providerId="LiveId" clId="{393E96C2-759F-4CC8-B615-D6C18233BE35}" dt="2021-07-09T03:20:13.021" v="2170" actId="14100"/>
          <ac:spMkLst>
            <pc:docMk/>
            <pc:sldMk cId="510475011" sldId="262"/>
            <ac:spMk id="3" creationId="{A8419B69-8D14-4A6E-BE62-FF6CEFB80E19}"/>
          </ac:spMkLst>
        </pc:spChg>
        <pc:spChg chg="add del">
          <ac:chgData name="troy vaughn" userId="eb13a8797f75bf12" providerId="LiveId" clId="{393E96C2-759F-4CC8-B615-D6C18233BE35}" dt="2021-07-09T03:11:52.505" v="2163" actId="26606"/>
          <ac:spMkLst>
            <pc:docMk/>
            <pc:sldMk cId="510475011" sldId="262"/>
            <ac:spMk id="6" creationId="{C6270675-9512-4978-8583-36659256EE23}"/>
          </ac:spMkLst>
        </pc:spChg>
        <pc:spChg chg="add del">
          <ac:chgData name="troy vaughn" userId="eb13a8797f75bf12" providerId="LiveId" clId="{393E96C2-759F-4CC8-B615-D6C18233BE35}" dt="2021-07-09T03:11:19.409" v="2159" actId="26606"/>
          <ac:spMkLst>
            <pc:docMk/>
            <pc:sldMk cId="510475011" sldId="262"/>
            <ac:spMk id="9" creationId="{2EEF4763-EB4A-4A35-89EB-AD2763B48C3B}"/>
          </ac:spMkLst>
        </pc:spChg>
        <pc:graphicFrameChg chg="add del">
          <ac:chgData name="troy vaughn" userId="eb13a8797f75bf12" providerId="LiveId" clId="{393E96C2-759F-4CC8-B615-D6C18233BE35}" dt="2021-07-09T03:11:19.409" v="2159" actId="26606"/>
          <ac:graphicFrameMkLst>
            <pc:docMk/>
            <pc:sldMk cId="510475011" sldId="262"/>
            <ac:graphicFrameMk id="5" creationId="{FF5BD321-C30F-43A4-A0DD-C7032849E600}"/>
          </ac:graphicFrameMkLst>
        </pc:graphicFrameChg>
        <pc:graphicFrameChg chg="add del mod">
          <ac:chgData name="troy vaughn" userId="eb13a8797f75bf12" providerId="LiveId" clId="{393E96C2-759F-4CC8-B615-D6C18233BE35}" dt="2021-07-09T03:11:52.505" v="2163" actId="26606"/>
          <ac:graphicFrameMkLst>
            <pc:docMk/>
            <pc:sldMk cId="510475011" sldId="262"/>
            <ac:graphicFrameMk id="7" creationId="{2B017E01-AE67-4D23-937A-67082486BD8A}"/>
          </ac:graphicFrameMkLst>
        </pc:graphicFrameChg>
        <pc:picChg chg="add del mod">
          <ac:chgData name="troy vaughn" userId="eb13a8797f75bf12" providerId="LiveId" clId="{393E96C2-759F-4CC8-B615-D6C18233BE35}" dt="2021-07-09T03:20:18.220" v="2171"/>
          <ac:picMkLst>
            <pc:docMk/>
            <pc:sldMk cId="510475011" sldId="262"/>
            <ac:picMk id="3074" creationId="{30158EE1-0FD1-4F92-9083-49743ACF370E}"/>
          </ac:picMkLst>
        </pc:picChg>
      </pc:sldChg>
      <pc:sldChg chg="addSp delSp modSp new mod setBg setClrOvrMap">
        <pc:chgData name="troy vaughn" userId="eb13a8797f75bf12" providerId="LiveId" clId="{393E96C2-759F-4CC8-B615-D6C18233BE35}" dt="2021-07-09T03:26:23.492" v="2342" actId="1076"/>
        <pc:sldMkLst>
          <pc:docMk/>
          <pc:sldMk cId="1881649166" sldId="263"/>
        </pc:sldMkLst>
        <pc:spChg chg="add mod">
          <ac:chgData name="troy vaughn" userId="eb13a8797f75bf12" providerId="LiveId" clId="{393E96C2-759F-4CC8-B615-D6C18233BE35}" dt="2021-07-09T03:26:23.492" v="2342" actId="1076"/>
          <ac:spMkLst>
            <pc:docMk/>
            <pc:sldMk cId="1881649166" sldId="263"/>
            <ac:spMk id="2" creationId="{E25556C3-6639-4F20-8452-83C473CB08BF}"/>
          </ac:spMkLst>
        </pc:spChg>
        <pc:spChg chg="add mod">
          <ac:chgData name="troy vaughn" userId="eb13a8797f75bf12" providerId="LiveId" clId="{393E96C2-759F-4CC8-B615-D6C18233BE35}" dt="2021-07-09T03:22:51.889" v="2196" actId="26606"/>
          <ac:spMkLst>
            <pc:docMk/>
            <pc:sldMk cId="1881649166" sldId="263"/>
            <ac:spMk id="6" creationId="{497D19F7-7634-4811-B054-2962A11076E0}"/>
          </ac:spMkLst>
        </pc:spChg>
        <pc:spChg chg="add mod">
          <ac:chgData name="troy vaughn" userId="eb13a8797f75bf12" providerId="LiveId" clId="{393E96C2-759F-4CC8-B615-D6C18233BE35}" dt="2021-07-09T03:25:19.377" v="2332" actId="20577"/>
          <ac:spMkLst>
            <pc:docMk/>
            <pc:sldMk cId="1881649166" sldId="263"/>
            <ac:spMk id="7" creationId="{5F596DC8-5616-492E-B9FC-7AB9CDDF9CE9}"/>
          </ac:spMkLst>
        </pc:spChg>
        <pc:spChg chg="add del">
          <ac:chgData name="troy vaughn" userId="eb13a8797f75bf12" providerId="LiveId" clId="{393E96C2-759F-4CC8-B615-D6C18233BE35}" dt="2021-07-09T03:21:16.069" v="2179" actId="26606"/>
          <ac:spMkLst>
            <pc:docMk/>
            <pc:sldMk cId="1881649166" sldId="263"/>
            <ac:spMk id="73" creationId="{BC3E363D-4793-4E9B-88F5-58007346CFBE}"/>
          </ac:spMkLst>
        </pc:spChg>
        <pc:spChg chg="add del">
          <ac:chgData name="troy vaughn" userId="eb13a8797f75bf12" providerId="LiveId" clId="{393E96C2-759F-4CC8-B615-D6C18233BE35}" dt="2021-07-09T03:22:51.847" v="2195" actId="26606"/>
          <ac:spMkLst>
            <pc:docMk/>
            <pc:sldMk cId="1881649166" sldId="263"/>
            <ac:spMk id="114" creationId="{6697F791-5FFA-4164-899F-EB52EA72B024}"/>
          </ac:spMkLst>
        </pc:spChg>
        <pc:spChg chg="add del">
          <ac:chgData name="troy vaughn" userId="eb13a8797f75bf12" providerId="LiveId" clId="{393E96C2-759F-4CC8-B615-D6C18233BE35}" dt="2021-07-09T03:22:51.847" v="2195" actId="26606"/>
          <ac:spMkLst>
            <pc:docMk/>
            <pc:sldMk cId="1881649166" sldId="263"/>
            <ac:spMk id="118" creationId="{B773AB25-A422-41AA-9737-5E04C1966DE1}"/>
          </ac:spMkLst>
        </pc:spChg>
        <pc:spChg chg="add">
          <ac:chgData name="troy vaughn" userId="eb13a8797f75bf12" providerId="LiveId" clId="{393E96C2-759F-4CC8-B615-D6C18233BE35}" dt="2021-07-09T03:22:51.889" v="2196" actId="26606"/>
          <ac:spMkLst>
            <pc:docMk/>
            <pc:sldMk cId="1881649166" sldId="263"/>
            <ac:spMk id="4107" creationId="{C2E4E997-8672-4FFD-B8EC-9932A8E4714B}"/>
          </ac:spMkLst>
        </pc:spChg>
        <pc:grpChg chg="add del">
          <ac:chgData name="troy vaughn" userId="eb13a8797f75bf12" providerId="LiveId" clId="{393E96C2-759F-4CC8-B615-D6C18233BE35}" dt="2021-07-09T03:22:51.847" v="2195" actId="26606"/>
          <ac:grpSpMkLst>
            <pc:docMk/>
            <pc:sldMk cId="1881649166" sldId="263"/>
            <ac:grpSpMk id="122" creationId="{6AD0D387-1584-4477-B5F8-52B50D4F2205}"/>
          </ac:grpSpMkLst>
        </pc:grpChg>
        <pc:grpChg chg="add del">
          <ac:chgData name="troy vaughn" userId="eb13a8797f75bf12" providerId="LiveId" clId="{393E96C2-759F-4CC8-B615-D6C18233BE35}" dt="2021-07-09T03:22:51.847" v="2195" actId="26606"/>
          <ac:grpSpMkLst>
            <pc:docMk/>
            <pc:sldMk cId="1881649166" sldId="263"/>
            <ac:grpSpMk id="4101" creationId="{EB95AFDF-FA7D-4311-9C65-6D507D92F474}"/>
          </ac:grpSpMkLst>
        </pc:grpChg>
        <pc:grpChg chg="add">
          <ac:chgData name="troy vaughn" userId="eb13a8797f75bf12" providerId="LiveId" clId="{393E96C2-759F-4CC8-B615-D6C18233BE35}" dt="2021-07-09T03:22:51.889" v="2196" actId="26606"/>
          <ac:grpSpMkLst>
            <pc:docMk/>
            <pc:sldMk cId="1881649166" sldId="263"/>
            <ac:grpSpMk id="4105" creationId="{EB95AFDF-FA7D-4311-9C65-6D507D92F474}"/>
          </ac:grpSpMkLst>
        </pc:grpChg>
        <pc:grpChg chg="add">
          <ac:chgData name="troy vaughn" userId="eb13a8797f75bf12" providerId="LiveId" clId="{393E96C2-759F-4CC8-B615-D6C18233BE35}" dt="2021-07-09T03:22:51.889" v="2196" actId="26606"/>
          <ac:grpSpMkLst>
            <pc:docMk/>
            <pc:sldMk cId="1881649166" sldId="263"/>
            <ac:grpSpMk id="4109" creationId="{453E4DEE-E996-40F8-8635-0FF43D7348F9}"/>
          </ac:grpSpMkLst>
        </pc:grpChg>
        <pc:picChg chg="add del">
          <ac:chgData name="troy vaughn" userId="eb13a8797f75bf12" providerId="LiveId" clId="{393E96C2-759F-4CC8-B615-D6C18233BE35}" dt="2021-07-09T03:21:16.069" v="2179" actId="26606"/>
          <ac:picMkLst>
            <pc:docMk/>
            <pc:sldMk cId="1881649166" sldId="263"/>
            <ac:picMk id="71" creationId="{43BCD4D4-0FCB-418E-9D58-033B2DB4157F}"/>
          </ac:picMkLst>
        </pc:picChg>
        <pc:picChg chg="add del">
          <ac:chgData name="troy vaughn" userId="eb13a8797f75bf12" providerId="LiveId" clId="{393E96C2-759F-4CC8-B615-D6C18233BE35}" dt="2021-07-09T03:21:16.069" v="2179" actId="26606"/>
          <ac:picMkLst>
            <pc:docMk/>
            <pc:sldMk cId="1881649166" sldId="263"/>
            <ac:picMk id="75" creationId="{AA3F2319-3466-4D84-ABE4-77BC773F35D1}"/>
          </ac:picMkLst>
        </pc:picChg>
        <pc:picChg chg="add del">
          <ac:chgData name="troy vaughn" userId="eb13a8797f75bf12" providerId="LiveId" clId="{393E96C2-759F-4CC8-B615-D6C18233BE35}" dt="2021-07-09T03:22:51.847" v="2195" actId="26606"/>
          <ac:picMkLst>
            <pc:docMk/>
            <pc:sldMk cId="1881649166" sldId="263"/>
            <ac:picMk id="116" creationId="{4E28A1A9-FB81-4816-AAEA-C3B430946951}"/>
          </ac:picMkLst>
        </pc:picChg>
        <pc:picChg chg="add del">
          <ac:chgData name="troy vaughn" userId="eb13a8797f75bf12" providerId="LiveId" clId="{393E96C2-759F-4CC8-B615-D6C18233BE35}" dt="2021-07-09T03:22:51.847" v="2195" actId="26606"/>
          <ac:picMkLst>
            <pc:docMk/>
            <pc:sldMk cId="1881649166" sldId="263"/>
            <ac:picMk id="120" creationId="{AF0552B8-DE8C-40DF-B29F-1728E6A10619}"/>
          </ac:picMkLst>
        </pc:picChg>
        <pc:picChg chg="add mod ord">
          <ac:chgData name="troy vaughn" userId="eb13a8797f75bf12" providerId="LiveId" clId="{393E96C2-759F-4CC8-B615-D6C18233BE35}" dt="2021-07-09T03:25:32.323" v="2335" actId="14100"/>
          <ac:picMkLst>
            <pc:docMk/>
            <pc:sldMk cId="1881649166" sldId="263"/>
            <ac:picMk id="4098" creationId="{86C7DE5A-0A08-4D60-AD12-72A9079CDC39}"/>
          </ac:picMkLst>
        </pc:picChg>
        <pc:picChg chg="add del">
          <ac:chgData name="troy vaughn" userId="eb13a8797f75bf12" providerId="LiveId" clId="{393E96C2-759F-4CC8-B615-D6C18233BE35}" dt="2021-07-09T03:22:51.847" v="2195" actId="26606"/>
          <ac:picMkLst>
            <pc:docMk/>
            <pc:sldMk cId="1881649166" sldId="263"/>
            <ac:picMk id="4100" creationId="{5FF7B57D-FF7B-48B3-9F60-9BCEEECF9E76}"/>
          </ac:picMkLst>
        </pc:picChg>
        <pc:picChg chg="add">
          <ac:chgData name="troy vaughn" userId="eb13a8797f75bf12" providerId="LiveId" clId="{393E96C2-759F-4CC8-B615-D6C18233BE35}" dt="2021-07-09T03:22:51.889" v="2196" actId="26606"/>
          <ac:picMkLst>
            <pc:docMk/>
            <pc:sldMk cId="1881649166" sldId="263"/>
            <ac:picMk id="4104" creationId="{5FF7B57D-FF7B-48B3-9F60-9BCEEECF9E76}"/>
          </ac:picMkLst>
        </pc:picChg>
        <pc:picChg chg="add">
          <ac:chgData name="troy vaughn" userId="eb13a8797f75bf12" providerId="LiveId" clId="{393E96C2-759F-4CC8-B615-D6C18233BE35}" dt="2021-07-09T03:22:51.889" v="2196" actId="26606"/>
          <ac:picMkLst>
            <pc:docMk/>
            <pc:sldMk cId="1881649166" sldId="263"/>
            <ac:picMk id="4108" creationId="{FE6BA9E6-1D9E-4D30-B528-D49FA1342E4E}"/>
          </ac:picMkLst>
        </pc:picChg>
      </pc:sldChg>
      <pc:sldChg chg="addSp delSp modSp new mod setBg setClrOvrMap">
        <pc:chgData name="troy vaughn" userId="eb13a8797f75bf12" providerId="LiveId" clId="{393E96C2-759F-4CC8-B615-D6C18233BE35}" dt="2021-07-09T03:42:13.333" v="2619" actId="26606"/>
        <pc:sldMkLst>
          <pc:docMk/>
          <pc:sldMk cId="3046166565" sldId="264"/>
        </pc:sldMkLst>
        <pc:spChg chg="mod">
          <ac:chgData name="troy vaughn" userId="eb13a8797f75bf12" providerId="LiveId" clId="{393E96C2-759F-4CC8-B615-D6C18233BE35}" dt="2021-07-09T03:42:13.301" v="2618" actId="26606"/>
          <ac:spMkLst>
            <pc:docMk/>
            <pc:sldMk cId="3046166565" sldId="264"/>
            <ac:spMk id="2" creationId="{9E49A82A-22A8-418D-8324-0A7A41991313}"/>
          </ac:spMkLst>
        </pc:spChg>
        <pc:spChg chg="del">
          <ac:chgData name="troy vaughn" userId="eb13a8797f75bf12" providerId="LiveId" clId="{393E96C2-759F-4CC8-B615-D6C18233BE35}" dt="2021-07-09T03:29:38.740" v="2344"/>
          <ac:spMkLst>
            <pc:docMk/>
            <pc:sldMk cId="3046166565" sldId="264"/>
            <ac:spMk id="3" creationId="{1227B044-5FEA-4AA7-9739-7EC1536001A4}"/>
          </ac:spMkLst>
        </pc:spChg>
        <pc:spChg chg="mod">
          <ac:chgData name="troy vaughn" userId="eb13a8797f75bf12" providerId="LiveId" clId="{393E96C2-759F-4CC8-B615-D6C18233BE35}" dt="2021-07-09T03:42:13.301" v="2618" actId="26606"/>
          <ac:spMkLst>
            <pc:docMk/>
            <pc:sldMk cId="3046166565" sldId="264"/>
            <ac:spMk id="4" creationId="{593303F6-3F66-4F5D-9594-EBF8082BC1C2}"/>
          </ac:spMkLst>
        </pc:spChg>
        <pc:spChg chg="add del mod">
          <ac:chgData name="troy vaughn" userId="eb13a8797f75bf12" providerId="LiveId" clId="{393E96C2-759F-4CC8-B615-D6C18233BE35}" dt="2021-07-09T03:36:49.156" v="2608" actId="26606"/>
          <ac:spMkLst>
            <pc:docMk/>
            <pc:sldMk cId="3046166565" sldId="264"/>
            <ac:spMk id="7" creationId="{5DD9F695-6CDE-4DC8-9CE7-6EBAF3FD2312}"/>
          </ac:spMkLst>
        </pc:spChg>
        <pc:spChg chg="add del">
          <ac:chgData name="troy vaughn" userId="eb13a8797f75bf12" providerId="LiveId" clId="{393E96C2-759F-4CC8-B615-D6C18233BE35}" dt="2021-07-09T03:42:13.333" v="2619" actId="26606"/>
          <ac:spMkLst>
            <pc:docMk/>
            <pc:sldMk cId="3046166565" sldId="264"/>
            <ac:spMk id="145" creationId="{C2E4E997-8672-4FFD-B8EC-9932A8E4714B}"/>
          </ac:spMkLst>
        </pc:spChg>
        <pc:spChg chg="add del">
          <ac:chgData name="troy vaughn" userId="eb13a8797f75bf12" providerId="LiveId" clId="{393E96C2-759F-4CC8-B615-D6C18233BE35}" dt="2021-07-09T03:42:03.445" v="2616" actId="26606"/>
          <ac:spMkLst>
            <pc:docMk/>
            <pc:sldMk cId="3046166565" sldId="264"/>
            <ac:spMk id="224" creationId="{C2E4E997-8672-4FFD-B8EC-9932A8E4714B}"/>
          </ac:spMkLst>
        </pc:spChg>
        <pc:spChg chg="add del">
          <ac:chgData name="troy vaughn" userId="eb13a8797f75bf12" providerId="LiveId" clId="{393E96C2-759F-4CC8-B615-D6C18233BE35}" dt="2021-07-09T03:42:13.301" v="2618" actId="26606"/>
          <ac:spMkLst>
            <pc:docMk/>
            <pc:sldMk cId="3046166565" sldId="264"/>
            <ac:spMk id="262" creationId="{6697F791-5FFA-4164-899F-EB52EA72B024}"/>
          </ac:spMkLst>
        </pc:spChg>
        <pc:spChg chg="add del">
          <ac:chgData name="troy vaughn" userId="eb13a8797f75bf12" providerId="LiveId" clId="{393E96C2-759F-4CC8-B615-D6C18233BE35}" dt="2021-07-09T03:42:13.301" v="2618" actId="26606"/>
          <ac:spMkLst>
            <pc:docMk/>
            <pc:sldMk cId="3046166565" sldId="264"/>
            <ac:spMk id="264" creationId="{B773AB25-A422-41AA-9737-5E04C1966DE1}"/>
          </ac:spMkLst>
        </pc:spChg>
        <pc:spChg chg="add">
          <ac:chgData name="troy vaughn" userId="eb13a8797f75bf12" providerId="LiveId" clId="{393E96C2-759F-4CC8-B615-D6C18233BE35}" dt="2021-07-09T03:42:13.333" v="2619" actId="26606"/>
          <ac:spMkLst>
            <pc:docMk/>
            <pc:sldMk cId="3046166565" sldId="264"/>
            <ac:spMk id="268" creationId="{C2E4E997-8672-4FFD-B8EC-9932A8E4714B}"/>
          </ac:spMkLst>
        </pc:spChg>
        <pc:grpChg chg="add del">
          <ac:chgData name="troy vaughn" userId="eb13a8797f75bf12" providerId="LiveId" clId="{393E96C2-759F-4CC8-B615-D6C18233BE35}" dt="2021-07-09T03:31:30.505" v="2365" actId="26606"/>
          <ac:grpSpMkLst>
            <pc:docMk/>
            <pc:sldMk cId="3046166565" sldId="264"/>
            <ac:grpSpMk id="12" creationId="{A838DBA2-246D-4087-AE0A-6EA2B4B65AF3}"/>
          </ac:grpSpMkLst>
        </pc:grpChg>
        <pc:grpChg chg="add del">
          <ac:chgData name="troy vaughn" userId="eb13a8797f75bf12" providerId="LiveId" clId="{393E96C2-759F-4CC8-B615-D6C18233BE35}" dt="2021-07-09T03:36:49.156" v="2608" actId="26606"/>
          <ac:grpSpMkLst>
            <pc:docMk/>
            <pc:sldMk cId="3046166565" sldId="264"/>
            <ac:grpSpMk id="58" creationId="{EB95AFDF-FA7D-4311-9C65-6D507D92F474}"/>
          </ac:grpSpMkLst>
        </pc:grpChg>
        <pc:grpChg chg="add del">
          <ac:chgData name="troy vaughn" userId="eb13a8797f75bf12" providerId="LiveId" clId="{393E96C2-759F-4CC8-B615-D6C18233BE35}" dt="2021-07-09T03:42:13.333" v="2619" actId="26606"/>
          <ac:grpSpMkLst>
            <pc:docMk/>
            <pc:sldMk cId="3046166565" sldId="264"/>
            <ac:grpSpMk id="104" creationId="{EB95AFDF-FA7D-4311-9C65-6D507D92F474}"/>
          </ac:grpSpMkLst>
        </pc:grpChg>
        <pc:grpChg chg="add del">
          <ac:chgData name="troy vaughn" userId="eb13a8797f75bf12" providerId="LiveId" clId="{393E96C2-759F-4CC8-B615-D6C18233BE35}" dt="2021-07-09T03:42:13.333" v="2619" actId="26606"/>
          <ac:grpSpMkLst>
            <pc:docMk/>
            <pc:sldMk cId="3046166565" sldId="264"/>
            <ac:grpSpMk id="149" creationId="{453E4DEE-E996-40F8-8635-0FF43D7348F9}"/>
          </ac:grpSpMkLst>
        </pc:grpChg>
        <pc:grpChg chg="add del">
          <ac:chgData name="troy vaughn" userId="eb13a8797f75bf12" providerId="LiveId" clId="{393E96C2-759F-4CC8-B615-D6C18233BE35}" dt="2021-07-09T03:42:03.445" v="2616" actId="26606"/>
          <ac:grpSpMkLst>
            <pc:docMk/>
            <pc:sldMk cId="3046166565" sldId="264"/>
            <ac:grpSpMk id="183" creationId="{EB95AFDF-FA7D-4311-9C65-6D507D92F474}"/>
          </ac:grpSpMkLst>
        </pc:grpChg>
        <pc:grpChg chg="add del">
          <ac:chgData name="troy vaughn" userId="eb13a8797f75bf12" providerId="LiveId" clId="{393E96C2-759F-4CC8-B615-D6C18233BE35}" dt="2021-07-09T03:42:03.445" v="2616" actId="26606"/>
          <ac:grpSpMkLst>
            <pc:docMk/>
            <pc:sldMk cId="3046166565" sldId="264"/>
            <ac:grpSpMk id="228" creationId="{453E4DEE-E996-40F8-8635-0FF43D7348F9}"/>
          </ac:grpSpMkLst>
        </pc:grpChg>
        <pc:grpChg chg="add del">
          <ac:chgData name="troy vaughn" userId="eb13a8797f75bf12" providerId="LiveId" clId="{393E96C2-759F-4CC8-B615-D6C18233BE35}" dt="2021-07-09T03:42:13.301" v="2618" actId="26606"/>
          <ac:grpSpMkLst>
            <pc:docMk/>
            <pc:sldMk cId="3046166565" sldId="264"/>
            <ac:grpSpMk id="232" creationId="{6AD0D387-1584-4477-B5F8-52B50D4F2205}"/>
          </ac:grpSpMkLst>
        </pc:grpChg>
        <pc:grpChg chg="add del">
          <ac:chgData name="troy vaughn" userId="eb13a8797f75bf12" providerId="LiveId" clId="{393E96C2-759F-4CC8-B615-D6C18233BE35}" dt="2021-07-09T03:42:13.301" v="2618" actId="26606"/>
          <ac:grpSpMkLst>
            <pc:docMk/>
            <pc:sldMk cId="3046166565" sldId="264"/>
            <ac:grpSpMk id="261" creationId="{EB95AFDF-FA7D-4311-9C65-6D507D92F474}"/>
          </ac:grpSpMkLst>
        </pc:grpChg>
        <pc:grpChg chg="add">
          <ac:chgData name="troy vaughn" userId="eb13a8797f75bf12" providerId="LiveId" clId="{393E96C2-759F-4CC8-B615-D6C18233BE35}" dt="2021-07-09T03:42:13.333" v="2619" actId="26606"/>
          <ac:grpSpMkLst>
            <pc:docMk/>
            <pc:sldMk cId="3046166565" sldId="264"/>
            <ac:grpSpMk id="267" creationId="{EB95AFDF-FA7D-4311-9C65-6D507D92F474}"/>
          </ac:grpSpMkLst>
        </pc:grpChg>
        <pc:grpChg chg="add">
          <ac:chgData name="troy vaughn" userId="eb13a8797f75bf12" providerId="LiveId" clId="{393E96C2-759F-4CC8-B615-D6C18233BE35}" dt="2021-07-09T03:42:13.333" v="2619" actId="26606"/>
          <ac:grpSpMkLst>
            <pc:docMk/>
            <pc:sldMk cId="3046166565" sldId="264"/>
            <ac:grpSpMk id="270" creationId="{453E4DEE-E996-40F8-8635-0FF43D7348F9}"/>
          </ac:grpSpMkLst>
        </pc:grpChg>
        <pc:picChg chg="add del mod">
          <ac:chgData name="troy vaughn" userId="eb13a8797f75bf12" providerId="LiveId" clId="{393E96C2-759F-4CC8-B615-D6C18233BE35}" dt="2021-07-09T03:36:38.657" v="2604" actId="478"/>
          <ac:picMkLst>
            <pc:docMk/>
            <pc:sldMk cId="3046166565" sldId="264"/>
            <ac:picMk id="5" creationId="{E90A2BBB-87F2-4A61-BB8D-D00C7A21210A}"/>
          </ac:picMkLst>
        </pc:picChg>
        <pc:picChg chg="add del mod">
          <ac:chgData name="troy vaughn" userId="eb13a8797f75bf12" providerId="LiveId" clId="{393E96C2-759F-4CC8-B615-D6C18233BE35}" dt="2021-07-09T03:41:46.302" v="2613" actId="478"/>
          <ac:picMkLst>
            <pc:docMk/>
            <pc:sldMk cId="3046166565" sldId="264"/>
            <ac:picMk id="8" creationId="{D9858CAD-0D9D-40A0-9D3E-62B4DBB12200}"/>
          </ac:picMkLst>
        </pc:picChg>
        <pc:picChg chg="add mod">
          <ac:chgData name="troy vaughn" userId="eb13a8797f75bf12" providerId="LiveId" clId="{393E96C2-759F-4CC8-B615-D6C18233BE35}" dt="2021-07-09T03:42:13.333" v="2619" actId="26606"/>
          <ac:picMkLst>
            <pc:docMk/>
            <pc:sldMk cId="3046166565" sldId="264"/>
            <ac:picMk id="9" creationId="{0F93E400-98EE-4614-988C-55EBC8472353}"/>
          </ac:picMkLst>
        </pc:picChg>
        <pc:picChg chg="add del">
          <ac:chgData name="troy vaughn" userId="eb13a8797f75bf12" providerId="LiveId" clId="{393E96C2-759F-4CC8-B615-D6C18233BE35}" dt="2021-07-09T03:31:30.505" v="2365" actId="26606"/>
          <ac:picMkLst>
            <pc:docMk/>
            <pc:sldMk cId="3046166565" sldId="264"/>
            <ac:picMk id="10" creationId="{59FACE42-44B0-4185-8ED4-9043A78C8600}"/>
          </ac:picMkLst>
        </pc:picChg>
        <pc:picChg chg="add del">
          <ac:chgData name="troy vaughn" userId="eb13a8797f75bf12" providerId="LiveId" clId="{393E96C2-759F-4CC8-B615-D6C18233BE35}" dt="2021-07-09T03:36:49.156" v="2608" actId="26606"/>
          <ac:picMkLst>
            <pc:docMk/>
            <pc:sldMk cId="3046166565" sldId="264"/>
            <ac:picMk id="56" creationId="{5FF7B57D-FF7B-48B3-9F60-9BCEEECF9E76}"/>
          </ac:picMkLst>
        </pc:picChg>
        <pc:picChg chg="add del">
          <ac:chgData name="troy vaughn" userId="eb13a8797f75bf12" providerId="LiveId" clId="{393E96C2-759F-4CC8-B615-D6C18233BE35}" dt="2021-07-09T03:42:13.333" v="2619" actId="26606"/>
          <ac:picMkLst>
            <pc:docMk/>
            <pc:sldMk cId="3046166565" sldId="264"/>
            <ac:picMk id="102" creationId="{5FF7B57D-FF7B-48B3-9F60-9BCEEECF9E76}"/>
          </ac:picMkLst>
        </pc:picChg>
        <pc:picChg chg="add del">
          <ac:chgData name="troy vaughn" userId="eb13a8797f75bf12" providerId="LiveId" clId="{393E96C2-759F-4CC8-B615-D6C18233BE35}" dt="2021-07-09T03:42:13.333" v="2619" actId="26606"/>
          <ac:picMkLst>
            <pc:docMk/>
            <pc:sldMk cId="3046166565" sldId="264"/>
            <ac:picMk id="147" creationId="{FE6BA9E6-1D9E-4D30-B528-D49FA1342E4E}"/>
          </ac:picMkLst>
        </pc:picChg>
        <pc:picChg chg="add del">
          <ac:chgData name="troy vaughn" userId="eb13a8797f75bf12" providerId="LiveId" clId="{393E96C2-759F-4CC8-B615-D6C18233BE35}" dt="2021-07-09T03:42:03.445" v="2616" actId="26606"/>
          <ac:picMkLst>
            <pc:docMk/>
            <pc:sldMk cId="3046166565" sldId="264"/>
            <ac:picMk id="181" creationId="{5FF7B57D-FF7B-48B3-9F60-9BCEEECF9E76}"/>
          </ac:picMkLst>
        </pc:picChg>
        <pc:picChg chg="add del">
          <ac:chgData name="troy vaughn" userId="eb13a8797f75bf12" providerId="LiveId" clId="{393E96C2-759F-4CC8-B615-D6C18233BE35}" dt="2021-07-09T03:42:03.445" v="2616" actId="26606"/>
          <ac:picMkLst>
            <pc:docMk/>
            <pc:sldMk cId="3046166565" sldId="264"/>
            <ac:picMk id="226" creationId="{FE6BA9E6-1D9E-4D30-B528-D49FA1342E4E}"/>
          </ac:picMkLst>
        </pc:picChg>
        <pc:picChg chg="add del">
          <ac:chgData name="troy vaughn" userId="eb13a8797f75bf12" providerId="LiveId" clId="{393E96C2-759F-4CC8-B615-D6C18233BE35}" dt="2021-07-09T03:42:13.301" v="2618" actId="26606"/>
          <ac:picMkLst>
            <pc:docMk/>
            <pc:sldMk cId="3046166565" sldId="264"/>
            <ac:picMk id="230" creationId="{AF0552B8-DE8C-40DF-B29F-1728E6A10619}"/>
          </ac:picMkLst>
        </pc:picChg>
        <pc:picChg chg="add del">
          <ac:chgData name="troy vaughn" userId="eb13a8797f75bf12" providerId="LiveId" clId="{393E96C2-759F-4CC8-B615-D6C18233BE35}" dt="2021-07-09T03:42:13.301" v="2618" actId="26606"/>
          <ac:picMkLst>
            <pc:docMk/>
            <pc:sldMk cId="3046166565" sldId="264"/>
            <ac:picMk id="260" creationId="{5FF7B57D-FF7B-48B3-9F60-9BCEEECF9E76}"/>
          </ac:picMkLst>
        </pc:picChg>
        <pc:picChg chg="add del">
          <ac:chgData name="troy vaughn" userId="eb13a8797f75bf12" providerId="LiveId" clId="{393E96C2-759F-4CC8-B615-D6C18233BE35}" dt="2021-07-09T03:42:13.301" v="2618" actId="26606"/>
          <ac:picMkLst>
            <pc:docMk/>
            <pc:sldMk cId="3046166565" sldId="264"/>
            <ac:picMk id="263" creationId="{4E28A1A9-FB81-4816-AAEA-C3B430946951}"/>
          </ac:picMkLst>
        </pc:picChg>
        <pc:picChg chg="add">
          <ac:chgData name="troy vaughn" userId="eb13a8797f75bf12" providerId="LiveId" clId="{393E96C2-759F-4CC8-B615-D6C18233BE35}" dt="2021-07-09T03:42:13.333" v="2619" actId="26606"/>
          <ac:picMkLst>
            <pc:docMk/>
            <pc:sldMk cId="3046166565" sldId="264"/>
            <ac:picMk id="266" creationId="{5FF7B57D-FF7B-48B3-9F60-9BCEEECF9E76}"/>
          </ac:picMkLst>
        </pc:picChg>
        <pc:picChg chg="add">
          <ac:chgData name="troy vaughn" userId="eb13a8797f75bf12" providerId="LiveId" clId="{393E96C2-759F-4CC8-B615-D6C18233BE35}" dt="2021-07-09T03:42:13.333" v="2619" actId="26606"/>
          <ac:picMkLst>
            <pc:docMk/>
            <pc:sldMk cId="3046166565" sldId="264"/>
            <ac:picMk id="269" creationId="{FE6BA9E6-1D9E-4D30-B528-D49FA1342E4E}"/>
          </ac:picMkLst>
        </pc:picChg>
      </pc:sldChg>
      <pc:sldChg chg="new del">
        <pc:chgData name="troy vaughn" userId="eb13a8797f75bf12" providerId="LiveId" clId="{393E96C2-759F-4CC8-B615-D6C18233BE35}" dt="2021-07-09T03:37:41.419" v="2610" actId="47"/>
        <pc:sldMkLst>
          <pc:docMk/>
          <pc:sldMk cId="1026133978" sldId="265"/>
        </pc:sldMkLst>
      </pc:sldChg>
      <pc:sldChg chg="add del">
        <pc:chgData name="troy vaughn" userId="eb13a8797f75bf12" providerId="LiveId" clId="{393E96C2-759F-4CC8-B615-D6C18233BE35}" dt="2021-07-09T03:45:38.288" v="2733" actId="47"/>
        <pc:sldMkLst>
          <pc:docMk/>
          <pc:sldMk cId="2034463979" sldId="265"/>
        </pc:sldMkLst>
      </pc:sldChg>
      <pc:sldChg chg="addSp modSp new mod setBg">
        <pc:chgData name="troy vaughn" userId="eb13a8797f75bf12" providerId="LiveId" clId="{393E96C2-759F-4CC8-B615-D6C18233BE35}" dt="2021-07-09T03:45:05.780" v="2732" actId="1076"/>
        <pc:sldMkLst>
          <pc:docMk/>
          <pc:sldMk cId="892972896" sldId="266"/>
        </pc:sldMkLst>
        <pc:spChg chg="add mod">
          <ac:chgData name="troy vaughn" userId="eb13a8797f75bf12" providerId="LiveId" clId="{393E96C2-759F-4CC8-B615-D6C18233BE35}" dt="2021-07-09T03:45:05.780" v="2732" actId="1076"/>
          <ac:spMkLst>
            <pc:docMk/>
            <pc:sldMk cId="892972896" sldId="266"/>
            <ac:spMk id="2" creationId="{4413F61E-A398-4FA5-BE1B-B669D90D2D9C}"/>
          </ac:spMkLst>
        </pc:spChg>
        <pc:grpChg chg="add">
          <ac:chgData name="troy vaughn" userId="eb13a8797f75bf12" providerId="LiveId" clId="{393E96C2-759F-4CC8-B615-D6C18233BE35}" dt="2021-07-09T03:43:08.778" v="2650" actId="26606"/>
          <ac:grpSpMkLst>
            <pc:docMk/>
            <pc:sldMk cId="892972896" sldId="266"/>
            <ac:grpSpMk id="10" creationId="{A838DBA2-246D-4087-AE0A-6EA2B4B65AF3}"/>
          </ac:grpSpMkLst>
        </pc:grpChg>
        <pc:grpChg chg="add">
          <ac:chgData name="troy vaughn" userId="eb13a8797f75bf12" providerId="LiveId" clId="{393E96C2-759F-4CC8-B615-D6C18233BE35}" dt="2021-07-09T03:43:08.778" v="2650" actId="26606"/>
          <ac:grpSpMkLst>
            <pc:docMk/>
            <pc:sldMk cId="892972896" sldId="266"/>
            <ac:grpSpMk id="51" creationId="{74872A0B-8668-4500-9509-EAA581B26C24}"/>
          </ac:grpSpMkLst>
        </pc:grpChg>
        <pc:grpChg chg="add">
          <ac:chgData name="troy vaughn" userId="eb13a8797f75bf12" providerId="LiveId" clId="{393E96C2-759F-4CC8-B615-D6C18233BE35}" dt="2021-07-09T03:43:08.778" v="2650" actId="26606"/>
          <ac:grpSpMkLst>
            <pc:docMk/>
            <pc:sldMk cId="892972896" sldId="266"/>
            <ac:grpSpMk id="55" creationId="{240590EE-5428-41AA-95B2-96FCC1CE67A7}"/>
          </ac:grpSpMkLst>
        </pc:grpChg>
        <pc:picChg chg="add">
          <ac:chgData name="troy vaughn" userId="eb13a8797f75bf12" providerId="LiveId" clId="{393E96C2-759F-4CC8-B615-D6C18233BE35}" dt="2021-07-09T03:43:08.778" v="2650" actId="26606"/>
          <ac:picMkLst>
            <pc:docMk/>
            <pc:sldMk cId="892972896" sldId="266"/>
            <ac:picMk id="4" creationId="{888C45F1-A990-4316-83E2-EE2735F986D2}"/>
          </ac:picMkLst>
        </pc:picChg>
        <pc:picChg chg="add">
          <ac:chgData name="troy vaughn" userId="eb13a8797f75bf12" providerId="LiveId" clId="{393E96C2-759F-4CC8-B615-D6C18233BE35}" dt="2021-07-09T03:43:08.778" v="2650" actId="26606"/>
          <ac:picMkLst>
            <pc:docMk/>
            <pc:sldMk cId="892972896" sldId="266"/>
            <ac:picMk id="8" creationId="{59FACE42-44B0-4185-8ED4-9043A78C8600}"/>
          </ac:picMkLst>
        </pc:picChg>
      </pc:sldChg>
      <pc:sldChg chg="addSp modSp add mod">
        <pc:chgData name="troy vaughn" userId="eb13a8797f75bf12" providerId="LiveId" clId="{393E96C2-759F-4CC8-B615-D6C18233BE35}" dt="2021-07-09T04:10:39.369" v="4248" actId="20577"/>
        <pc:sldMkLst>
          <pc:docMk/>
          <pc:sldMk cId="2622247065" sldId="267"/>
        </pc:sldMkLst>
        <pc:spChg chg="mod">
          <ac:chgData name="troy vaughn" userId="eb13a8797f75bf12" providerId="LiveId" clId="{393E96C2-759F-4CC8-B615-D6C18233BE35}" dt="2021-07-09T03:50:27.620" v="3117" actId="20577"/>
          <ac:spMkLst>
            <pc:docMk/>
            <pc:sldMk cId="2622247065" sldId="267"/>
            <ac:spMk id="2" creationId="{9E49A82A-22A8-418D-8324-0A7A41991313}"/>
          </ac:spMkLst>
        </pc:spChg>
        <pc:spChg chg="add mod">
          <ac:chgData name="troy vaughn" userId="eb13a8797f75bf12" providerId="LiveId" clId="{393E96C2-759F-4CC8-B615-D6C18233BE35}" dt="2021-07-09T03:54:46.237" v="3346" actId="208"/>
          <ac:spMkLst>
            <pc:docMk/>
            <pc:sldMk cId="2622247065" sldId="267"/>
            <ac:spMk id="3" creationId="{846B4E19-E126-4E40-BBA3-89BC02FF3E50}"/>
          </ac:spMkLst>
        </pc:spChg>
        <pc:spChg chg="mod">
          <ac:chgData name="troy vaughn" userId="eb13a8797f75bf12" providerId="LiveId" clId="{393E96C2-759F-4CC8-B615-D6C18233BE35}" dt="2021-07-09T04:10:39.369" v="4248" actId="20577"/>
          <ac:spMkLst>
            <pc:docMk/>
            <pc:sldMk cId="2622247065" sldId="267"/>
            <ac:spMk id="4" creationId="{593303F6-3F66-4F5D-9594-EBF8082BC1C2}"/>
          </ac:spMkLst>
        </pc:spChg>
        <pc:spChg chg="add mod">
          <ac:chgData name="troy vaughn" userId="eb13a8797f75bf12" providerId="LiveId" clId="{393E96C2-759F-4CC8-B615-D6C18233BE35}" dt="2021-07-09T03:55:04.141" v="3349" actId="14100"/>
          <ac:spMkLst>
            <pc:docMk/>
            <pc:sldMk cId="2622247065" sldId="267"/>
            <ac:spMk id="77" creationId="{B5A73142-55C3-431A-AC90-D3E8F5A77A40}"/>
          </ac:spMkLst>
        </pc:spChg>
      </pc:sldChg>
      <pc:sldChg chg="addSp modSp add mod">
        <pc:chgData name="troy vaughn" userId="eb13a8797f75bf12" providerId="LiveId" clId="{393E96C2-759F-4CC8-B615-D6C18233BE35}" dt="2021-07-09T04:06:05.016" v="4234" actId="20577"/>
        <pc:sldMkLst>
          <pc:docMk/>
          <pc:sldMk cId="2883413531" sldId="268"/>
        </pc:sldMkLst>
        <pc:spChg chg="mod">
          <ac:chgData name="troy vaughn" userId="eb13a8797f75bf12" providerId="LiveId" clId="{393E96C2-759F-4CC8-B615-D6C18233BE35}" dt="2021-07-09T03:56:20.102" v="3362" actId="20577"/>
          <ac:spMkLst>
            <pc:docMk/>
            <pc:sldMk cId="2883413531" sldId="268"/>
            <ac:spMk id="2" creationId="{9E49A82A-22A8-418D-8324-0A7A41991313}"/>
          </ac:spMkLst>
        </pc:spChg>
        <pc:spChg chg="mod">
          <ac:chgData name="troy vaughn" userId="eb13a8797f75bf12" providerId="LiveId" clId="{393E96C2-759F-4CC8-B615-D6C18233BE35}" dt="2021-07-09T04:06:05.016" v="4234" actId="20577"/>
          <ac:spMkLst>
            <pc:docMk/>
            <pc:sldMk cId="2883413531" sldId="268"/>
            <ac:spMk id="4" creationId="{593303F6-3F66-4F5D-9594-EBF8082BC1C2}"/>
          </ac:spMkLst>
        </pc:spChg>
        <pc:spChg chg="add mod">
          <ac:chgData name="troy vaughn" userId="eb13a8797f75bf12" providerId="LiveId" clId="{393E96C2-759F-4CC8-B615-D6C18233BE35}" dt="2021-07-09T03:58:38.750" v="3598" actId="14100"/>
          <ac:spMkLst>
            <pc:docMk/>
            <pc:sldMk cId="2883413531" sldId="268"/>
            <ac:spMk id="76" creationId="{A72AE249-7F55-4A76-8665-88381C8F8AB7}"/>
          </ac:spMkLst>
        </pc:spChg>
      </pc:sldChg>
      <pc:sldChg chg="addSp modSp add mod ord">
        <pc:chgData name="troy vaughn" userId="eb13a8797f75bf12" providerId="LiveId" clId="{393E96C2-759F-4CC8-B615-D6C18233BE35}" dt="2021-07-09T04:04:39.795" v="4199" actId="313"/>
        <pc:sldMkLst>
          <pc:docMk/>
          <pc:sldMk cId="979206737" sldId="269"/>
        </pc:sldMkLst>
        <pc:spChg chg="mod">
          <ac:chgData name="troy vaughn" userId="eb13a8797f75bf12" providerId="LiveId" clId="{393E96C2-759F-4CC8-B615-D6C18233BE35}" dt="2021-07-09T04:01:02.121" v="3814" actId="20577"/>
          <ac:spMkLst>
            <pc:docMk/>
            <pc:sldMk cId="979206737" sldId="269"/>
            <ac:spMk id="2" creationId="{9E49A82A-22A8-418D-8324-0A7A41991313}"/>
          </ac:spMkLst>
        </pc:spChg>
        <pc:spChg chg="mod">
          <ac:chgData name="troy vaughn" userId="eb13a8797f75bf12" providerId="LiveId" clId="{393E96C2-759F-4CC8-B615-D6C18233BE35}" dt="2021-07-09T04:04:39.795" v="4199" actId="313"/>
          <ac:spMkLst>
            <pc:docMk/>
            <pc:sldMk cId="979206737" sldId="269"/>
            <ac:spMk id="4" creationId="{593303F6-3F66-4F5D-9594-EBF8082BC1C2}"/>
          </ac:spMkLst>
        </pc:spChg>
        <pc:spChg chg="add mod">
          <ac:chgData name="troy vaughn" userId="eb13a8797f75bf12" providerId="LiveId" clId="{393E96C2-759F-4CC8-B615-D6C18233BE35}" dt="2021-07-09T04:03:36.173" v="4065" actId="14100"/>
          <ac:spMkLst>
            <pc:docMk/>
            <pc:sldMk cId="979206737" sldId="269"/>
            <ac:spMk id="76" creationId="{307622CE-5619-4B90-B0E0-86B97F7F4D90}"/>
          </ac:spMkLst>
        </pc:spChg>
      </pc:sldChg>
      <pc:sldChg chg="delSp modSp add mod">
        <pc:chgData name="troy vaughn" userId="eb13a8797f75bf12" providerId="LiveId" clId="{393E96C2-759F-4CC8-B615-D6C18233BE35}" dt="2021-07-09T04:15:09.663" v="4804" actId="20577"/>
        <pc:sldMkLst>
          <pc:docMk/>
          <pc:sldMk cId="3207547167" sldId="270"/>
        </pc:sldMkLst>
        <pc:spChg chg="mod">
          <ac:chgData name="troy vaughn" userId="eb13a8797f75bf12" providerId="LiveId" clId="{393E96C2-759F-4CC8-B615-D6C18233BE35}" dt="2021-07-09T04:10:15.871" v="4247" actId="20577"/>
          <ac:spMkLst>
            <pc:docMk/>
            <pc:sldMk cId="3207547167" sldId="270"/>
            <ac:spMk id="2" creationId="{9E49A82A-22A8-418D-8324-0A7A41991313}"/>
          </ac:spMkLst>
        </pc:spChg>
        <pc:spChg chg="del">
          <ac:chgData name="troy vaughn" userId="eb13a8797f75bf12" providerId="LiveId" clId="{393E96C2-759F-4CC8-B615-D6C18233BE35}" dt="2021-07-09T04:09:03.354" v="4236" actId="478"/>
          <ac:spMkLst>
            <pc:docMk/>
            <pc:sldMk cId="3207547167" sldId="270"/>
            <ac:spMk id="3" creationId="{846B4E19-E126-4E40-BBA3-89BC02FF3E50}"/>
          </ac:spMkLst>
        </pc:spChg>
        <pc:spChg chg="mod">
          <ac:chgData name="troy vaughn" userId="eb13a8797f75bf12" providerId="LiveId" clId="{393E96C2-759F-4CC8-B615-D6C18233BE35}" dt="2021-07-09T04:15:09.663" v="4804" actId="20577"/>
          <ac:spMkLst>
            <pc:docMk/>
            <pc:sldMk cId="3207547167" sldId="270"/>
            <ac:spMk id="4" creationId="{593303F6-3F66-4F5D-9594-EBF8082BC1C2}"/>
          </ac:spMkLst>
        </pc:spChg>
        <pc:spChg chg="mod">
          <ac:chgData name="troy vaughn" userId="eb13a8797f75bf12" providerId="LiveId" clId="{393E96C2-759F-4CC8-B615-D6C18233BE35}" dt="2021-07-09T04:09:08.934" v="4237" actId="14100"/>
          <ac:spMkLst>
            <pc:docMk/>
            <pc:sldMk cId="3207547167" sldId="270"/>
            <ac:spMk id="77" creationId="{B5A73142-55C3-431A-AC90-D3E8F5A77A40}"/>
          </ac:spMkLst>
        </pc:spChg>
      </pc:sldChg>
      <pc:sldChg chg="addSp modSp add mod">
        <pc:chgData name="troy vaughn" userId="eb13a8797f75bf12" providerId="LiveId" clId="{393E96C2-759F-4CC8-B615-D6C18233BE35}" dt="2021-07-09T04:21:06.276" v="5319" actId="20577"/>
        <pc:sldMkLst>
          <pc:docMk/>
          <pc:sldMk cId="1051945240" sldId="271"/>
        </pc:sldMkLst>
        <pc:spChg chg="mod">
          <ac:chgData name="troy vaughn" userId="eb13a8797f75bf12" providerId="LiveId" clId="{393E96C2-759F-4CC8-B615-D6C18233BE35}" dt="2021-07-09T04:17:22.732" v="4830" actId="20577"/>
          <ac:spMkLst>
            <pc:docMk/>
            <pc:sldMk cId="1051945240" sldId="271"/>
            <ac:spMk id="2" creationId="{9E49A82A-22A8-418D-8324-0A7A41991313}"/>
          </ac:spMkLst>
        </pc:spChg>
        <pc:spChg chg="mod">
          <ac:chgData name="troy vaughn" userId="eb13a8797f75bf12" providerId="LiveId" clId="{393E96C2-759F-4CC8-B615-D6C18233BE35}" dt="2021-07-09T04:21:06.276" v="5319" actId="20577"/>
          <ac:spMkLst>
            <pc:docMk/>
            <pc:sldMk cId="1051945240" sldId="271"/>
            <ac:spMk id="4" creationId="{593303F6-3F66-4F5D-9594-EBF8082BC1C2}"/>
          </ac:spMkLst>
        </pc:spChg>
        <pc:spChg chg="mod">
          <ac:chgData name="troy vaughn" userId="eb13a8797f75bf12" providerId="LiveId" clId="{393E96C2-759F-4CC8-B615-D6C18233BE35}" dt="2021-07-09T04:16:43.894" v="4807" actId="1076"/>
          <ac:spMkLst>
            <pc:docMk/>
            <pc:sldMk cId="1051945240" sldId="271"/>
            <ac:spMk id="77" creationId="{B5A73142-55C3-431A-AC90-D3E8F5A77A40}"/>
          </ac:spMkLst>
        </pc:spChg>
        <pc:spChg chg="add mod">
          <ac:chgData name="troy vaughn" userId="eb13a8797f75bf12" providerId="LiveId" clId="{393E96C2-759F-4CC8-B615-D6C18233BE35}" dt="2021-07-09T04:16:53.285" v="4809" actId="1076"/>
          <ac:spMkLst>
            <pc:docMk/>
            <pc:sldMk cId="1051945240" sldId="271"/>
            <ac:spMk id="78" creationId="{1B91803C-F751-4B21-9D39-EB33E2BCA737}"/>
          </ac:spMkLst>
        </pc:spChg>
        <pc:spChg chg="add mod">
          <ac:chgData name="troy vaughn" userId="eb13a8797f75bf12" providerId="LiveId" clId="{393E96C2-759F-4CC8-B615-D6C18233BE35}" dt="2021-07-09T04:16:58.038" v="4811" actId="1076"/>
          <ac:spMkLst>
            <pc:docMk/>
            <pc:sldMk cId="1051945240" sldId="271"/>
            <ac:spMk id="79" creationId="{DA35DA59-E571-4ABE-9FB5-E1C80A40E862}"/>
          </ac:spMkLst>
        </pc:spChg>
        <pc:spChg chg="add mod">
          <ac:chgData name="troy vaughn" userId="eb13a8797f75bf12" providerId="LiveId" clId="{393E96C2-759F-4CC8-B615-D6C18233BE35}" dt="2021-07-09T04:17:06.975" v="4813" actId="1076"/>
          <ac:spMkLst>
            <pc:docMk/>
            <pc:sldMk cId="1051945240" sldId="271"/>
            <ac:spMk id="80" creationId="{6B633092-FB87-4106-8F92-F6D8D5479612}"/>
          </ac:spMkLst>
        </pc:spChg>
        <pc:spChg chg="add mod">
          <ac:chgData name="troy vaughn" userId="eb13a8797f75bf12" providerId="LiveId" clId="{393E96C2-759F-4CC8-B615-D6C18233BE35}" dt="2021-07-09T04:17:11.710" v="4815" actId="1076"/>
          <ac:spMkLst>
            <pc:docMk/>
            <pc:sldMk cId="1051945240" sldId="271"/>
            <ac:spMk id="81" creationId="{FD90C5B1-99C2-4477-8AA4-51B7943328AC}"/>
          </ac:spMkLst>
        </pc:spChg>
        <pc:spChg chg="add mod">
          <ac:chgData name="troy vaughn" userId="eb13a8797f75bf12" providerId="LiveId" clId="{393E96C2-759F-4CC8-B615-D6C18233BE35}" dt="2021-07-09T04:17:15.950" v="4817" actId="1076"/>
          <ac:spMkLst>
            <pc:docMk/>
            <pc:sldMk cId="1051945240" sldId="271"/>
            <ac:spMk id="82" creationId="{1DF14D4D-06C2-4BA7-95AC-643705AE5330}"/>
          </ac:spMkLst>
        </pc:spChg>
      </pc:sldChg>
      <pc:sldChg chg="addSp delSp modSp add mod">
        <pc:chgData name="troy vaughn" userId="eb13a8797f75bf12" providerId="LiveId" clId="{393E96C2-759F-4CC8-B615-D6C18233BE35}" dt="2021-07-09T04:26:55.676" v="5781" actId="20577"/>
        <pc:sldMkLst>
          <pc:docMk/>
          <pc:sldMk cId="2356276708" sldId="272"/>
        </pc:sldMkLst>
        <pc:spChg chg="mod">
          <ac:chgData name="troy vaughn" userId="eb13a8797f75bf12" providerId="LiveId" clId="{393E96C2-759F-4CC8-B615-D6C18233BE35}" dt="2021-07-09T04:22:40.236" v="5343" actId="20577"/>
          <ac:spMkLst>
            <pc:docMk/>
            <pc:sldMk cId="2356276708" sldId="272"/>
            <ac:spMk id="2" creationId="{9E49A82A-22A8-418D-8324-0A7A41991313}"/>
          </ac:spMkLst>
        </pc:spChg>
        <pc:spChg chg="mod">
          <ac:chgData name="troy vaughn" userId="eb13a8797f75bf12" providerId="LiveId" clId="{393E96C2-759F-4CC8-B615-D6C18233BE35}" dt="2021-07-09T04:26:55.676" v="5781" actId="20577"/>
          <ac:spMkLst>
            <pc:docMk/>
            <pc:sldMk cId="2356276708" sldId="272"/>
            <ac:spMk id="4" creationId="{593303F6-3F66-4F5D-9594-EBF8082BC1C2}"/>
          </ac:spMkLst>
        </pc:spChg>
        <pc:spChg chg="mod">
          <ac:chgData name="troy vaughn" userId="eb13a8797f75bf12" providerId="LiveId" clId="{393E96C2-759F-4CC8-B615-D6C18233BE35}" dt="2021-07-09T04:23:01.326" v="5346" actId="14100"/>
          <ac:spMkLst>
            <pc:docMk/>
            <pc:sldMk cId="2356276708" sldId="272"/>
            <ac:spMk id="77" creationId="{B5A73142-55C3-431A-AC90-D3E8F5A77A40}"/>
          </ac:spMkLst>
        </pc:spChg>
        <pc:spChg chg="del">
          <ac:chgData name="troy vaughn" userId="eb13a8797f75bf12" providerId="LiveId" clId="{393E96C2-759F-4CC8-B615-D6C18233BE35}" dt="2021-07-09T04:23:03.486" v="5347" actId="478"/>
          <ac:spMkLst>
            <pc:docMk/>
            <pc:sldMk cId="2356276708" sldId="272"/>
            <ac:spMk id="78" creationId="{1B91803C-F751-4B21-9D39-EB33E2BCA737}"/>
          </ac:spMkLst>
        </pc:spChg>
        <pc:spChg chg="del">
          <ac:chgData name="troy vaughn" userId="eb13a8797f75bf12" providerId="LiveId" clId="{393E96C2-759F-4CC8-B615-D6C18233BE35}" dt="2021-07-09T04:23:04.973" v="5348" actId="478"/>
          <ac:spMkLst>
            <pc:docMk/>
            <pc:sldMk cId="2356276708" sldId="272"/>
            <ac:spMk id="79" creationId="{DA35DA59-E571-4ABE-9FB5-E1C80A40E862}"/>
          </ac:spMkLst>
        </pc:spChg>
        <pc:spChg chg="del">
          <ac:chgData name="troy vaughn" userId="eb13a8797f75bf12" providerId="LiveId" clId="{393E96C2-759F-4CC8-B615-D6C18233BE35}" dt="2021-07-09T04:23:11.490" v="5352" actId="478"/>
          <ac:spMkLst>
            <pc:docMk/>
            <pc:sldMk cId="2356276708" sldId="272"/>
            <ac:spMk id="80" creationId="{6B633092-FB87-4106-8F92-F6D8D5479612}"/>
          </ac:spMkLst>
        </pc:spChg>
        <pc:spChg chg="del">
          <ac:chgData name="troy vaughn" userId="eb13a8797f75bf12" providerId="LiveId" clId="{393E96C2-759F-4CC8-B615-D6C18233BE35}" dt="2021-07-09T04:23:13.221" v="5353" actId="478"/>
          <ac:spMkLst>
            <pc:docMk/>
            <pc:sldMk cId="2356276708" sldId="272"/>
            <ac:spMk id="81" creationId="{FD90C5B1-99C2-4477-8AA4-51B7943328AC}"/>
          </ac:spMkLst>
        </pc:spChg>
        <pc:spChg chg="del">
          <ac:chgData name="troy vaughn" userId="eb13a8797f75bf12" providerId="LiveId" clId="{393E96C2-759F-4CC8-B615-D6C18233BE35}" dt="2021-07-09T04:23:06.400" v="5349" actId="478"/>
          <ac:spMkLst>
            <pc:docMk/>
            <pc:sldMk cId="2356276708" sldId="272"/>
            <ac:spMk id="82" creationId="{1DF14D4D-06C2-4BA7-95AC-643705AE5330}"/>
          </ac:spMkLst>
        </pc:spChg>
        <pc:picChg chg="add del">
          <ac:chgData name="troy vaughn" userId="eb13a8797f75bf12" providerId="LiveId" clId="{393E96C2-759F-4CC8-B615-D6C18233BE35}" dt="2021-07-09T04:23:09.585" v="5351" actId="478"/>
          <ac:picMkLst>
            <pc:docMk/>
            <pc:sldMk cId="2356276708" sldId="272"/>
            <ac:picMk id="9" creationId="{0F93E400-98EE-4614-988C-55EBC8472353}"/>
          </ac:picMkLst>
        </pc:picChg>
      </pc:sldChg>
      <pc:sldChg chg="addSp delSp modSp new mod setBg">
        <pc:chgData name="troy vaughn" userId="eb13a8797f75bf12" providerId="LiveId" clId="{393E96C2-759F-4CC8-B615-D6C18233BE35}" dt="2021-07-09T04:39:03.482" v="6560" actId="20577"/>
        <pc:sldMkLst>
          <pc:docMk/>
          <pc:sldMk cId="2005735050" sldId="273"/>
        </pc:sldMkLst>
        <pc:spChg chg="mod">
          <ac:chgData name="troy vaughn" userId="eb13a8797f75bf12" providerId="LiveId" clId="{393E96C2-759F-4CC8-B615-D6C18233BE35}" dt="2021-07-09T04:38:05.567" v="6432" actId="20577"/>
          <ac:spMkLst>
            <pc:docMk/>
            <pc:sldMk cId="2005735050" sldId="273"/>
            <ac:spMk id="2" creationId="{3EBDD649-FB30-4D20-A4AC-8E4554C45814}"/>
          </ac:spMkLst>
        </pc:spChg>
        <pc:spChg chg="del">
          <ac:chgData name="troy vaughn" userId="eb13a8797f75bf12" providerId="LiveId" clId="{393E96C2-759F-4CC8-B615-D6C18233BE35}" dt="2021-07-09T04:30:23.238" v="5797"/>
          <ac:spMkLst>
            <pc:docMk/>
            <pc:sldMk cId="2005735050" sldId="273"/>
            <ac:spMk id="3" creationId="{3B8716CA-3CEF-4A3C-8897-AD5F93311C48}"/>
          </ac:spMkLst>
        </pc:spChg>
        <pc:spChg chg="add del mod">
          <ac:chgData name="troy vaughn" userId="eb13a8797f75bf12" providerId="LiveId" clId="{393E96C2-759F-4CC8-B615-D6C18233BE35}" dt="2021-07-09T04:33:36.405" v="5927" actId="26606"/>
          <ac:spMkLst>
            <pc:docMk/>
            <pc:sldMk cId="2005735050" sldId="273"/>
            <ac:spMk id="5" creationId="{47E509E7-0B39-4F1F-9464-5B0E179F5659}"/>
          </ac:spMkLst>
        </pc:spChg>
        <pc:spChg chg="add mod">
          <ac:chgData name="troy vaughn" userId="eb13a8797f75bf12" providerId="LiveId" clId="{393E96C2-759F-4CC8-B615-D6C18233BE35}" dt="2021-07-09T04:39:03.482" v="6560" actId="20577"/>
          <ac:spMkLst>
            <pc:docMk/>
            <pc:sldMk cId="2005735050" sldId="273"/>
            <ac:spMk id="7" creationId="{EC2B5E97-5806-4E39-9715-D3A62EF61B9E}"/>
          </ac:spMkLst>
        </pc:spChg>
        <pc:spChg chg="add del">
          <ac:chgData name="troy vaughn" userId="eb13a8797f75bf12" providerId="LiveId" clId="{393E96C2-759F-4CC8-B615-D6C18233BE35}" dt="2021-07-09T04:31:12.958" v="5801" actId="26606"/>
          <ac:spMkLst>
            <pc:docMk/>
            <pc:sldMk cId="2005735050" sldId="273"/>
            <ac:spMk id="8" creationId="{9752F763-3AFC-4EDC-B9FB-04086F2A4A96}"/>
          </ac:spMkLst>
        </pc:spChg>
        <pc:spChg chg="add">
          <ac:chgData name="troy vaughn" userId="eb13a8797f75bf12" providerId="LiveId" clId="{393E96C2-759F-4CC8-B615-D6C18233BE35}" dt="2021-07-09T04:33:36.405" v="5927" actId="26606"/>
          <ac:spMkLst>
            <pc:docMk/>
            <pc:sldMk cId="2005735050" sldId="273"/>
            <ac:spMk id="14" creationId="{C2E4E997-8672-4FFD-B8EC-9932A8E4714B}"/>
          </ac:spMkLst>
        </pc:spChg>
        <pc:grpChg chg="add">
          <ac:chgData name="troy vaughn" userId="eb13a8797f75bf12" providerId="LiveId" clId="{393E96C2-759F-4CC8-B615-D6C18233BE35}" dt="2021-07-09T04:33:36.405" v="5927" actId="26606"/>
          <ac:grpSpMkLst>
            <pc:docMk/>
            <pc:sldMk cId="2005735050" sldId="273"/>
            <ac:grpSpMk id="18" creationId="{453E4DEE-E996-40F8-8635-0FF43D7348F9}"/>
          </ac:grpSpMkLst>
        </pc:grpChg>
        <pc:picChg chg="add del mod ord">
          <ac:chgData name="troy vaughn" userId="eb13a8797f75bf12" providerId="LiveId" clId="{393E96C2-759F-4CC8-B615-D6C18233BE35}" dt="2021-07-09T04:33:31.389" v="5925" actId="478"/>
          <ac:picMkLst>
            <pc:docMk/>
            <pc:sldMk cId="2005735050" sldId="273"/>
            <ac:picMk id="4" creationId="{CB24E760-B22F-48B8-B61A-5424CFAB082B}"/>
          </ac:picMkLst>
        </pc:picChg>
        <pc:picChg chg="add mod">
          <ac:chgData name="troy vaughn" userId="eb13a8797f75bf12" providerId="LiveId" clId="{393E96C2-759F-4CC8-B615-D6C18233BE35}" dt="2021-07-09T04:33:36.405" v="5927" actId="26606"/>
          <ac:picMkLst>
            <pc:docMk/>
            <pc:sldMk cId="2005735050" sldId="273"/>
            <ac:picMk id="9" creationId="{324E768F-C16E-42D2-BBF7-7CE0B4F8B150}"/>
          </ac:picMkLst>
        </pc:picChg>
        <pc:picChg chg="add">
          <ac:chgData name="troy vaughn" userId="eb13a8797f75bf12" providerId="LiveId" clId="{393E96C2-759F-4CC8-B615-D6C18233BE35}" dt="2021-07-09T04:33:36.405" v="5927" actId="26606"/>
          <ac:picMkLst>
            <pc:docMk/>
            <pc:sldMk cId="2005735050" sldId="273"/>
            <ac:picMk id="16" creationId="{FE6BA9E6-1D9E-4D30-B528-D49FA1342E4E}"/>
          </ac:picMkLst>
        </pc:picChg>
      </pc:sldChg>
      <pc:sldChg chg="addSp delSp modSp new mod setBg setClrOvrMap">
        <pc:chgData name="troy vaughn" userId="eb13a8797f75bf12" providerId="LiveId" clId="{393E96C2-759F-4CC8-B615-D6C18233BE35}" dt="2021-07-09T04:46:23.247" v="6701" actId="14100"/>
        <pc:sldMkLst>
          <pc:docMk/>
          <pc:sldMk cId="642303730" sldId="274"/>
        </pc:sldMkLst>
        <pc:spChg chg="mod">
          <ac:chgData name="troy vaughn" userId="eb13a8797f75bf12" providerId="LiveId" clId="{393E96C2-759F-4CC8-B615-D6C18233BE35}" dt="2021-07-09T04:44:27.529" v="6672" actId="26606"/>
          <ac:spMkLst>
            <pc:docMk/>
            <pc:sldMk cId="642303730" sldId="274"/>
            <ac:spMk id="2" creationId="{237C7846-C389-430D-A8E5-BB2F3ACAB603}"/>
          </ac:spMkLst>
        </pc:spChg>
        <pc:spChg chg="add del mod">
          <ac:chgData name="troy vaughn" userId="eb13a8797f75bf12" providerId="LiveId" clId="{393E96C2-759F-4CC8-B615-D6C18233BE35}" dt="2021-07-09T04:44:27.529" v="6672" actId="26606"/>
          <ac:spMkLst>
            <pc:docMk/>
            <pc:sldMk cId="642303730" sldId="274"/>
            <ac:spMk id="3" creationId="{9AFB6E28-1BEC-424B-8269-25C7BCC80E65}"/>
          </ac:spMkLst>
        </pc:spChg>
        <pc:spChg chg="add">
          <ac:chgData name="troy vaughn" userId="eb13a8797f75bf12" providerId="LiveId" clId="{393E96C2-759F-4CC8-B615-D6C18233BE35}" dt="2021-07-09T04:44:27.529" v="6672" actId="26606"/>
          <ac:spMkLst>
            <pc:docMk/>
            <pc:sldMk cId="642303730" sldId="274"/>
            <ac:spMk id="8" creationId="{6BFC9644-673A-459F-B3C5-9310A4E50E3B}"/>
          </ac:spMkLst>
        </pc:spChg>
        <pc:spChg chg="add del">
          <ac:chgData name="troy vaughn" userId="eb13a8797f75bf12" providerId="LiveId" clId="{393E96C2-759F-4CC8-B615-D6C18233BE35}" dt="2021-07-09T04:44:27.513" v="6671" actId="26606"/>
          <ac:spMkLst>
            <pc:docMk/>
            <pc:sldMk cId="642303730" sldId="274"/>
            <ac:spMk id="9" creationId="{54B9C16B-AC4A-44ED-9075-F76549B46E7C}"/>
          </ac:spMkLst>
        </pc:spChg>
        <pc:spChg chg="add">
          <ac:chgData name="troy vaughn" userId="eb13a8797f75bf12" providerId="LiveId" clId="{393E96C2-759F-4CC8-B615-D6C18233BE35}" dt="2021-07-09T04:44:27.529" v="6672" actId="26606"/>
          <ac:spMkLst>
            <pc:docMk/>
            <pc:sldMk cId="642303730" sldId="274"/>
            <ac:spMk id="39" creationId="{7D1C411D-0818-4640-8657-2AF78250C802}"/>
          </ac:spMkLst>
        </pc:spChg>
        <pc:spChg chg="add del">
          <ac:chgData name="troy vaughn" userId="eb13a8797f75bf12" providerId="LiveId" clId="{393E96C2-759F-4CC8-B615-D6C18233BE35}" dt="2021-07-09T04:44:27.513" v="6671" actId="26606"/>
          <ac:spMkLst>
            <pc:docMk/>
            <pc:sldMk cId="642303730" sldId="274"/>
            <ac:spMk id="42" creationId="{B53044DC-4918-43DA-B49D-91673C6C9485}"/>
          </ac:spMkLst>
        </pc:spChg>
        <pc:spChg chg="add mod">
          <ac:chgData name="troy vaughn" userId="eb13a8797f75bf12" providerId="LiveId" clId="{393E96C2-759F-4CC8-B615-D6C18233BE35}" dt="2021-07-09T04:46:23.247" v="6701" actId="14100"/>
          <ac:spMkLst>
            <pc:docMk/>
            <pc:sldMk cId="642303730" sldId="274"/>
            <ac:spMk id="76" creationId="{9AFB6E28-1BEC-424B-8269-25C7BCC80E65}"/>
          </ac:spMkLst>
        </pc:spChg>
        <pc:grpChg chg="add">
          <ac:chgData name="troy vaughn" userId="eb13a8797f75bf12" providerId="LiveId" clId="{393E96C2-759F-4CC8-B615-D6C18233BE35}" dt="2021-07-09T04:44:27.529" v="6672" actId="26606"/>
          <ac:grpSpMkLst>
            <pc:docMk/>
            <pc:sldMk cId="642303730" sldId="274"/>
            <ac:grpSpMk id="10" creationId="{4ADB9295-9645-4BF2-ADFD-75800B7FAD06}"/>
          </ac:grpSpMkLst>
        </pc:grpChg>
        <pc:grpChg chg="add del">
          <ac:chgData name="troy vaughn" userId="eb13a8797f75bf12" providerId="LiveId" clId="{393E96C2-759F-4CC8-B615-D6C18233BE35}" dt="2021-07-09T04:44:27.513" v="6671" actId="26606"/>
          <ac:grpSpMkLst>
            <pc:docMk/>
            <pc:sldMk cId="642303730" sldId="274"/>
            <ac:grpSpMk id="11" creationId="{62A2FEB6-F419-4684-9ABC-9E32E012E8B7}"/>
          </ac:grpSpMkLst>
        </pc:grpChg>
        <pc:grpChg chg="add del">
          <ac:chgData name="troy vaughn" userId="eb13a8797f75bf12" providerId="LiveId" clId="{393E96C2-759F-4CC8-B615-D6C18233BE35}" dt="2021-07-09T04:44:27.513" v="6671" actId="26606"/>
          <ac:grpSpMkLst>
            <pc:docMk/>
            <pc:sldMk cId="642303730" sldId="274"/>
            <ac:grpSpMk id="44" creationId="{1DCE6B36-1420-43AB-86CF-4E653A517B9C}"/>
          </ac:grpSpMkLst>
        </pc:grpChg>
        <pc:graphicFrameChg chg="add del">
          <ac:chgData name="troy vaughn" userId="eb13a8797f75bf12" providerId="LiveId" clId="{393E96C2-759F-4CC8-B615-D6C18233BE35}" dt="2021-07-09T04:44:02.883" v="6669" actId="26606"/>
          <ac:graphicFrameMkLst>
            <pc:docMk/>
            <pc:sldMk cId="642303730" sldId="274"/>
            <ac:graphicFrameMk id="5" creationId="{F7D149DA-825F-4F6F-A5B4-B6404AC2AA7F}"/>
          </ac:graphicFrameMkLst>
        </pc:graphicFrameChg>
        <pc:graphicFrameChg chg="add del">
          <ac:chgData name="troy vaughn" userId="eb13a8797f75bf12" providerId="LiveId" clId="{393E96C2-759F-4CC8-B615-D6C18233BE35}" dt="2021-07-09T04:44:27.513" v="6671" actId="26606"/>
          <ac:graphicFrameMkLst>
            <pc:docMk/>
            <pc:sldMk cId="642303730" sldId="274"/>
            <ac:graphicFrameMk id="7" creationId="{4B732035-FE2E-4F10-958F-D2E70BCB40E9}"/>
          </ac:graphicFrameMkLst>
        </pc:graphicFrameChg>
        <pc:picChg chg="add del">
          <ac:chgData name="troy vaughn" userId="eb13a8797f75bf12" providerId="LiveId" clId="{393E96C2-759F-4CC8-B615-D6C18233BE35}" dt="2021-07-09T04:44:27.513" v="6671" actId="26606"/>
          <ac:picMkLst>
            <pc:docMk/>
            <pc:sldMk cId="642303730" sldId="274"/>
            <ac:picMk id="40" creationId="{3E94A106-9341-485C-9057-9D62B2BD083F}"/>
          </ac:picMkLst>
        </pc:picChg>
        <pc:picChg chg="add del">
          <ac:chgData name="troy vaughn" userId="eb13a8797f75bf12" providerId="LiveId" clId="{393E96C2-759F-4CC8-B615-D6C18233BE35}" dt="2021-07-09T04:44:27.513" v="6671" actId="26606"/>
          <ac:picMkLst>
            <pc:docMk/>
            <pc:sldMk cId="642303730" sldId="274"/>
            <ac:picMk id="73" creationId="{9BE36DBF-0333-4D36-A5BF-81FDA2406FE9}"/>
          </ac:picMkLst>
        </pc:picChg>
      </pc:sldChg>
      <pc:sldChg chg="modSp add mod">
        <pc:chgData name="troy vaughn" userId="eb13a8797f75bf12" providerId="LiveId" clId="{393E96C2-759F-4CC8-B615-D6C18233BE35}" dt="2021-07-09T05:03:05.083" v="7448" actId="20577"/>
        <pc:sldMkLst>
          <pc:docMk/>
          <pc:sldMk cId="2712687642" sldId="275"/>
        </pc:sldMkLst>
        <pc:spChg chg="mod">
          <ac:chgData name="troy vaughn" userId="eb13a8797f75bf12" providerId="LiveId" clId="{393E96C2-759F-4CC8-B615-D6C18233BE35}" dt="2021-07-09T05:02:58.808" v="7446" actId="20577"/>
          <ac:spMkLst>
            <pc:docMk/>
            <pc:sldMk cId="2712687642" sldId="275"/>
            <ac:spMk id="2" creationId="{3EBDD649-FB30-4D20-A4AC-8E4554C45814}"/>
          </ac:spMkLst>
        </pc:spChg>
        <pc:spChg chg="mod">
          <ac:chgData name="troy vaughn" userId="eb13a8797f75bf12" providerId="LiveId" clId="{393E96C2-759F-4CC8-B615-D6C18233BE35}" dt="2021-07-09T05:03:05.083" v="7448" actId="20577"/>
          <ac:spMkLst>
            <pc:docMk/>
            <pc:sldMk cId="2712687642" sldId="275"/>
            <ac:spMk id="7" creationId="{EC2B5E97-5806-4E39-9715-D3A62EF61B9E}"/>
          </ac:spMkLst>
        </pc:spChg>
      </pc:sldChg>
      <pc:sldChg chg="modSp add mod">
        <pc:chgData name="troy vaughn" userId="eb13a8797f75bf12" providerId="LiveId" clId="{393E96C2-759F-4CC8-B615-D6C18233BE35}" dt="2021-07-09T04:55:25.814" v="7372" actId="20577"/>
        <pc:sldMkLst>
          <pc:docMk/>
          <pc:sldMk cId="1925530886" sldId="276"/>
        </pc:sldMkLst>
        <pc:spChg chg="mod">
          <ac:chgData name="troy vaughn" userId="eb13a8797f75bf12" providerId="LiveId" clId="{393E96C2-759F-4CC8-B615-D6C18233BE35}" dt="2021-07-09T04:52:21.401" v="7119" actId="20577"/>
          <ac:spMkLst>
            <pc:docMk/>
            <pc:sldMk cId="1925530886" sldId="276"/>
            <ac:spMk id="2" creationId="{3EBDD649-FB30-4D20-A4AC-8E4554C45814}"/>
          </ac:spMkLst>
        </pc:spChg>
        <pc:spChg chg="mod">
          <ac:chgData name="troy vaughn" userId="eb13a8797f75bf12" providerId="LiveId" clId="{393E96C2-759F-4CC8-B615-D6C18233BE35}" dt="2021-07-09T04:55:25.814" v="7372" actId="20577"/>
          <ac:spMkLst>
            <pc:docMk/>
            <pc:sldMk cId="1925530886" sldId="276"/>
            <ac:spMk id="7" creationId="{EC2B5E97-5806-4E39-9715-D3A62EF61B9E}"/>
          </ac:spMkLst>
        </pc:spChg>
      </pc:sldChg>
      <pc:sldChg chg="modSp new mod">
        <pc:chgData name="troy vaughn" userId="eb13a8797f75bf12" providerId="LiveId" clId="{393E96C2-759F-4CC8-B615-D6C18233BE35}" dt="2021-07-09T05:06:33.545" v="7623" actId="20577"/>
        <pc:sldMkLst>
          <pc:docMk/>
          <pc:sldMk cId="2216291486" sldId="277"/>
        </pc:sldMkLst>
        <pc:spChg chg="mod">
          <ac:chgData name="troy vaughn" userId="eb13a8797f75bf12" providerId="LiveId" clId="{393E96C2-759F-4CC8-B615-D6C18233BE35}" dt="2021-07-09T05:02:09.183" v="7401" actId="20577"/>
          <ac:spMkLst>
            <pc:docMk/>
            <pc:sldMk cId="2216291486" sldId="277"/>
            <ac:spMk id="2" creationId="{467762F2-27D3-42A9-8AB9-E3DF73832174}"/>
          </ac:spMkLst>
        </pc:spChg>
        <pc:spChg chg="mod">
          <ac:chgData name="troy vaughn" userId="eb13a8797f75bf12" providerId="LiveId" clId="{393E96C2-759F-4CC8-B615-D6C18233BE35}" dt="2021-07-09T05:06:33.545" v="7623" actId="20577"/>
          <ac:spMkLst>
            <pc:docMk/>
            <pc:sldMk cId="2216291486" sldId="277"/>
            <ac:spMk id="3" creationId="{D863A8B6-E3B2-418C-9982-CC5D1F0E8764}"/>
          </ac:spMkLst>
        </pc:spChg>
      </pc:sldChg>
    </pc:docChg>
  </pc:docChgLst>
  <pc:docChgLst>
    <pc:chgData name="troy vaughn" userId="eb13a8797f75bf12" providerId="LiveId" clId="{219C8003-241B-4231-8B9C-CE4447B1DAB0}"/>
    <pc:docChg chg="custSel modSld">
      <pc:chgData name="troy vaughn" userId="eb13a8797f75bf12" providerId="LiveId" clId="{219C8003-241B-4231-8B9C-CE4447B1DAB0}" dt="2021-08-03T03:30:36.877" v="20" actId="20577"/>
      <pc:docMkLst>
        <pc:docMk/>
      </pc:docMkLst>
      <pc:sldChg chg="modSp mod">
        <pc:chgData name="troy vaughn" userId="eb13a8797f75bf12" providerId="LiveId" clId="{219C8003-241B-4231-8B9C-CE4447B1DAB0}" dt="2021-08-03T03:30:36.877" v="20" actId="20577"/>
        <pc:sldMkLst>
          <pc:docMk/>
          <pc:sldMk cId="2914377975" sldId="257"/>
        </pc:sldMkLst>
        <pc:spChg chg="mod">
          <ac:chgData name="troy vaughn" userId="eb13a8797f75bf12" providerId="LiveId" clId="{219C8003-241B-4231-8B9C-CE4447B1DAB0}" dt="2021-08-03T03:30:36.877" v="20" actId="20577"/>
          <ac:spMkLst>
            <pc:docMk/>
            <pc:sldMk cId="2914377975" sldId="257"/>
            <ac:spMk id="2" creationId="{249AD25D-391E-45A6-BCB7-35162084080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visualstudio.microsoft.com/downloads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hyperlink" Target="https://visualstudio.microsoft.com/downloads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5788-1723-4846-8F56-2E6EAEEED6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Getting started with C#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D26EAE-D841-45ED-9D4B-E110239FCC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ICTPRG549 - Apply intermediate object-oriented language skills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9936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AD25D-391E-45A6-BCB7-351620840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10257"/>
          </a:xfrm>
        </p:spPr>
        <p:txBody>
          <a:bodyPr/>
          <a:lstStyle/>
          <a:p>
            <a:r>
              <a:rPr lang="en-AU" dirty="0"/>
              <a:t>What </a:t>
            </a:r>
            <a:r>
              <a:rPr lang="en-AU"/>
              <a:t>we’re covering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76470-1613-4811-922E-833B31F02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/>
              <a:t>What is C#</a:t>
            </a:r>
          </a:p>
          <a:p>
            <a:r>
              <a:rPr lang="en-AU" dirty="0"/>
              <a:t>What is an IDE (Integrated Development Environment)</a:t>
            </a:r>
          </a:p>
          <a:p>
            <a:r>
              <a:rPr lang="en-AU" dirty="0"/>
              <a:t>Installing Visual Studio</a:t>
            </a:r>
          </a:p>
          <a:p>
            <a:r>
              <a:rPr lang="en-AU" dirty="0"/>
              <a:t>C# Syntax &amp; Structure</a:t>
            </a:r>
          </a:p>
          <a:p>
            <a:r>
              <a:rPr lang="en-AU" dirty="0"/>
              <a:t>Namespaces, Classes &amp; Statements</a:t>
            </a:r>
          </a:p>
          <a:p>
            <a:r>
              <a:rPr lang="en-AU" dirty="0"/>
              <a:t>Main() Method</a:t>
            </a:r>
          </a:p>
          <a:p>
            <a:r>
              <a:rPr lang="en-AU" dirty="0"/>
              <a:t>Common C# Concepts</a:t>
            </a:r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14377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046B922C-5BA7-4973-B12F-71A509E4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6D34D8D-9EE9-4659-8C22-7551A95F9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3CA93C16-1147-4EB3-B4E7-3C43102494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88" name="Rectangle 5">
                <a:extLst>
                  <a:ext uri="{FF2B5EF4-FFF2-40B4-BE49-F238E27FC236}">
                    <a16:creationId xmlns:a16="http://schemas.microsoft.com/office/drawing/2014/main" id="{C4779968-92AF-4B85-8C27-EBBFE1D699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9" name="Freeform 6">
                <a:extLst>
                  <a:ext uri="{FF2B5EF4-FFF2-40B4-BE49-F238E27FC236}">
                    <a16:creationId xmlns:a16="http://schemas.microsoft.com/office/drawing/2014/main" id="{2C43E18D-7024-4F17-A664-E23BFBC12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0" name="Freeform 7">
                <a:extLst>
                  <a:ext uri="{FF2B5EF4-FFF2-40B4-BE49-F238E27FC236}">
                    <a16:creationId xmlns:a16="http://schemas.microsoft.com/office/drawing/2014/main" id="{CA2ACEBA-081B-4B0B-AFB1-C596B834FD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1" name="Freeform 8">
                <a:extLst>
                  <a:ext uri="{FF2B5EF4-FFF2-40B4-BE49-F238E27FC236}">
                    <a16:creationId xmlns:a16="http://schemas.microsoft.com/office/drawing/2014/main" id="{2AFBB163-514B-493A-983F-8BE96848F9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2" name="Freeform 9">
                <a:extLst>
                  <a:ext uri="{FF2B5EF4-FFF2-40B4-BE49-F238E27FC236}">
                    <a16:creationId xmlns:a16="http://schemas.microsoft.com/office/drawing/2014/main" id="{7720326C-7DB1-4745-9015-3FA6990855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3" name="Freeform 10">
                <a:extLst>
                  <a:ext uri="{FF2B5EF4-FFF2-40B4-BE49-F238E27FC236}">
                    <a16:creationId xmlns:a16="http://schemas.microsoft.com/office/drawing/2014/main" id="{01D5FBDC-A284-440B-8D5F-84287B0A25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4" name="Freeform 11">
                <a:extLst>
                  <a:ext uri="{FF2B5EF4-FFF2-40B4-BE49-F238E27FC236}">
                    <a16:creationId xmlns:a16="http://schemas.microsoft.com/office/drawing/2014/main" id="{517CE611-1CB0-442B-8998-98487209B0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5" name="Freeform 12">
                <a:extLst>
                  <a:ext uri="{FF2B5EF4-FFF2-40B4-BE49-F238E27FC236}">
                    <a16:creationId xmlns:a16="http://schemas.microsoft.com/office/drawing/2014/main" id="{EF0F0E46-9222-4FCF-A79E-9B4953C6F0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6" name="Freeform 13">
                <a:extLst>
                  <a:ext uri="{FF2B5EF4-FFF2-40B4-BE49-F238E27FC236}">
                    <a16:creationId xmlns:a16="http://schemas.microsoft.com/office/drawing/2014/main" id="{371A87C3-0804-4AB9-8EAD-FBFF597ED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7" name="Freeform 14">
                <a:extLst>
                  <a:ext uri="{FF2B5EF4-FFF2-40B4-BE49-F238E27FC236}">
                    <a16:creationId xmlns:a16="http://schemas.microsoft.com/office/drawing/2014/main" id="{89F39433-8BC3-48D6-B705-F951DBDAAB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8" name="Freeform 15">
                <a:extLst>
                  <a:ext uri="{FF2B5EF4-FFF2-40B4-BE49-F238E27FC236}">
                    <a16:creationId xmlns:a16="http://schemas.microsoft.com/office/drawing/2014/main" id="{AE671C9D-E91C-4143-A422-273B2F53F6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9" name="Line 16">
                <a:extLst>
                  <a:ext uri="{FF2B5EF4-FFF2-40B4-BE49-F238E27FC236}">
                    <a16:creationId xmlns:a16="http://schemas.microsoft.com/office/drawing/2014/main" id="{83A72EA3-8833-41C6-9333-6A04C1C08D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0" name="Freeform 17">
                <a:extLst>
                  <a:ext uri="{FF2B5EF4-FFF2-40B4-BE49-F238E27FC236}">
                    <a16:creationId xmlns:a16="http://schemas.microsoft.com/office/drawing/2014/main" id="{2C0D7AAB-DC9C-4B37-A50E-A7185DE92E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1" name="Freeform 18">
                <a:extLst>
                  <a:ext uri="{FF2B5EF4-FFF2-40B4-BE49-F238E27FC236}">
                    <a16:creationId xmlns:a16="http://schemas.microsoft.com/office/drawing/2014/main" id="{6E7D9D6B-3455-4363-934B-FA2D682931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2" name="Freeform 19">
                <a:extLst>
                  <a:ext uri="{FF2B5EF4-FFF2-40B4-BE49-F238E27FC236}">
                    <a16:creationId xmlns:a16="http://schemas.microsoft.com/office/drawing/2014/main" id="{FFFFCA54-2217-4DAE-B791-4A6CA7DE0B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3" name="Freeform 20">
                <a:extLst>
                  <a:ext uri="{FF2B5EF4-FFF2-40B4-BE49-F238E27FC236}">
                    <a16:creationId xmlns:a16="http://schemas.microsoft.com/office/drawing/2014/main" id="{BAE43BA5-C104-4FBB-B1C6-C210D3CC53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" name="Rectangle 21">
                <a:extLst>
                  <a:ext uri="{FF2B5EF4-FFF2-40B4-BE49-F238E27FC236}">
                    <a16:creationId xmlns:a16="http://schemas.microsoft.com/office/drawing/2014/main" id="{3BDB2330-DF01-460D-83FB-00C37965CD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5" name="Freeform 22">
                <a:extLst>
                  <a:ext uri="{FF2B5EF4-FFF2-40B4-BE49-F238E27FC236}">
                    <a16:creationId xmlns:a16="http://schemas.microsoft.com/office/drawing/2014/main" id="{51261093-9B7F-4406-B2F8-0F5BE7676A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6" name="Freeform 23">
                <a:extLst>
                  <a:ext uri="{FF2B5EF4-FFF2-40B4-BE49-F238E27FC236}">
                    <a16:creationId xmlns:a16="http://schemas.microsoft.com/office/drawing/2014/main" id="{9971E195-2AB6-4CB6-9BD7-A8407B5C80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7" name="Freeform 24">
                <a:extLst>
                  <a:ext uri="{FF2B5EF4-FFF2-40B4-BE49-F238E27FC236}">
                    <a16:creationId xmlns:a16="http://schemas.microsoft.com/office/drawing/2014/main" id="{A3D843E7-8A86-4676-9C98-DECE0DFF67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8" name="Freeform 25">
                <a:extLst>
                  <a:ext uri="{FF2B5EF4-FFF2-40B4-BE49-F238E27FC236}">
                    <a16:creationId xmlns:a16="http://schemas.microsoft.com/office/drawing/2014/main" id="{FAF42817-AB3E-40FA-997F-EAC1411F4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9" name="Freeform 26">
                <a:extLst>
                  <a:ext uri="{FF2B5EF4-FFF2-40B4-BE49-F238E27FC236}">
                    <a16:creationId xmlns:a16="http://schemas.microsoft.com/office/drawing/2014/main" id="{50ED3298-A6DC-4825-93B1-68DB8CB629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10" name="Freeform 27">
                <a:extLst>
                  <a:ext uri="{FF2B5EF4-FFF2-40B4-BE49-F238E27FC236}">
                    <a16:creationId xmlns:a16="http://schemas.microsoft.com/office/drawing/2014/main" id="{2B951778-3B6B-4BB9-9D89-2ED650C820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11" name="Freeform 28">
                <a:extLst>
                  <a:ext uri="{FF2B5EF4-FFF2-40B4-BE49-F238E27FC236}">
                    <a16:creationId xmlns:a16="http://schemas.microsoft.com/office/drawing/2014/main" id="{8F3ED9A8-A83F-463A-8C2E-E83977D9A9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12" name="Freeform 29">
                <a:extLst>
                  <a:ext uri="{FF2B5EF4-FFF2-40B4-BE49-F238E27FC236}">
                    <a16:creationId xmlns:a16="http://schemas.microsoft.com/office/drawing/2014/main" id="{9A0C113E-781D-4083-86C0-EC936092D2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13" name="Freeform 30">
                <a:extLst>
                  <a:ext uri="{FF2B5EF4-FFF2-40B4-BE49-F238E27FC236}">
                    <a16:creationId xmlns:a16="http://schemas.microsoft.com/office/drawing/2014/main" id="{B63D60EF-1E99-4D4C-BF11-AAF8ABEB86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14" name="Freeform 31">
                <a:extLst>
                  <a:ext uri="{FF2B5EF4-FFF2-40B4-BE49-F238E27FC236}">
                    <a16:creationId xmlns:a16="http://schemas.microsoft.com/office/drawing/2014/main" id="{50403E41-7079-49EA-8D0B-4F678552D9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E3B2C458-4D37-49A0-A94E-D516E05C3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78" name="Freeform 32">
                <a:extLst>
                  <a:ext uri="{FF2B5EF4-FFF2-40B4-BE49-F238E27FC236}">
                    <a16:creationId xmlns:a16="http://schemas.microsoft.com/office/drawing/2014/main" id="{C1B10016-E0C4-4526-A466-9911541D26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9" name="Freeform 33">
                <a:extLst>
                  <a:ext uri="{FF2B5EF4-FFF2-40B4-BE49-F238E27FC236}">
                    <a16:creationId xmlns:a16="http://schemas.microsoft.com/office/drawing/2014/main" id="{D574C3F0-FC2B-43A3-94B2-75D305FBF7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0" name="Freeform 34">
                <a:extLst>
                  <a:ext uri="{FF2B5EF4-FFF2-40B4-BE49-F238E27FC236}">
                    <a16:creationId xmlns:a16="http://schemas.microsoft.com/office/drawing/2014/main" id="{D92A5F66-F404-433B-BDBE-5E0DFF40D6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1" name="Freeform 35">
                <a:extLst>
                  <a:ext uri="{FF2B5EF4-FFF2-40B4-BE49-F238E27FC236}">
                    <a16:creationId xmlns:a16="http://schemas.microsoft.com/office/drawing/2014/main" id="{0A0BDF81-64CC-431D-81B1-A21938C054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2" name="Freeform 36">
                <a:extLst>
                  <a:ext uri="{FF2B5EF4-FFF2-40B4-BE49-F238E27FC236}">
                    <a16:creationId xmlns:a16="http://schemas.microsoft.com/office/drawing/2014/main" id="{42871530-50EC-42C2-879A-AE8154DADC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3" name="Freeform 37">
                <a:extLst>
                  <a:ext uri="{FF2B5EF4-FFF2-40B4-BE49-F238E27FC236}">
                    <a16:creationId xmlns:a16="http://schemas.microsoft.com/office/drawing/2014/main" id="{53AF2F2A-B148-4906-B90D-6E22239784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4" name="Freeform 38">
                <a:extLst>
                  <a:ext uri="{FF2B5EF4-FFF2-40B4-BE49-F238E27FC236}">
                    <a16:creationId xmlns:a16="http://schemas.microsoft.com/office/drawing/2014/main" id="{9A79EAA4-6F5D-4A2C-B688-CD29C2217C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5" name="Freeform 39">
                <a:extLst>
                  <a:ext uri="{FF2B5EF4-FFF2-40B4-BE49-F238E27FC236}">
                    <a16:creationId xmlns:a16="http://schemas.microsoft.com/office/drawing/2014/main" id="{B9CE5833-22CF-4408-9338-4B7749FEA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6" name="Freeform 40">
                <a:extLst>
                  <a:ext uri="{FF2B5EF4-FFF2-40B4-BE49-F238E27FC236}">
                    <a16:creationId xmlns:a16="http://schemas.microsoft.com/office/drawing/2014/main" id="{316A985A-7ADD-4BEE-A7B6-E5B49E1839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7" name="Rectangle 41">
                <a:extLst>
                  <a:ext uri="{FF2B5EF4-FFF2-40B4-BE49-F238E27FC236}">
                    <a16:creationId xmlns:a16="http://schemas.microsoft.com/office/drawing/2014/main" id="{352CFA3F-5CFE-412E-9196-C966F34579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pic>
        <p:nvPicPr>
          <p:cNvPr id="116" name="Picture 2">
            <a:extLst>
              <a:ext uri="{FF2B5EF4-FFF2-40B4-BE49-F238E27FC236}">
                <a16:creationId xmlns:a16="http://schemas.microsoft.com/office/drawing/2014/main" id="{2FB01CCF-839B-4126-9BF9-132C64D8A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584DEB-E21C-4270-B0BB-3C1CE9F19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What is c# (C-Sharp)</a:t>
            </a:r>
          </a:p>
        </p:txBody>
      </p:sp>
      <p:sp useBgFill="1">
        <p:nvSpPr>
          <p:cNvPr id="118" name="Round Diagonal Corner Rectangle 6">
            <a:extLst>
              <a:ext uri="{FF2B5EF4-FFF2-40B4-BE49-F238E27FC236}">
                <a16:creationId xmlns:a16="http://schemas.microsoft.com/office/drawing/2014/main" id="{F2B1468C-8227-4785-8776-7BDBDDF08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579" y="808057"/>
            <a:ext cx="3821429" cy="5234394"/>
          </a:xfrm>
          <a:prstGeom prst="round2DiagRect">
            <a:avLst>
              <a:gd name="adj1" fmla="val 11323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See the source image">
            <a:extLst>
              <a:ext uri="{FF2B5EF4-FFF2-40B4-BE49-F238E27FC236}">
                <a16:creationId xmlns:a16="http://schemas.microsoft.com/office/drawing/2014/main" id="{F0B0A61E-CD0A-4D60-A9E0-A5D171857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6617" y="1665251"/>
            <a:ext cx="3178638" cy="3522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8F302-0C6D-4318-8CB4-474263DDF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A programming language developed by Microsoft in early 2000s</a:t>
            </a:r>
          </a:p>
          <a:p>
            <a:r>
              <a:rPr lang="en-AU">
                <a:solidFill>
                  <a:srgbClr val="FFFFFF"/>
                </a:solidFill>
              </a:rPr>
              <a:t>Used to develop web &amp; desktop applications, mobile apps, games and more.</a:t>
            </a:r>
          </a:p>
          <a:p>
            <a:r>
              <a:rPr lang="en-AU">
                <a:solidFill>
                  <a:srgbClr val="FFFFFF"/>
                </a:solidFill>
              </a:rPr>
              <a:t>A Multi Purpose Object-Oriented Programming Language</a:t>
            </a:r>
          </a:p>
        </p:txBody>
      </p:sp>
    </p:spTree>
    <p:extLst>
      <p:ext uri="{BB962C8B-B14F-4D97-AF65-F5344CB8AC3E}">
        <p14:creationId xmlns:p14="http://schemas.microsoft.com/office/powerpoint/2010/main" val="2768719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A0B38558-5389-4817-936F-FD62560CA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73" name="Rectangle 72">
              <a:extLst>
                <a:ext uri="{FF2B5EF4-FFF2-40B4-BE49-F238E27FC236}">
                  <a16:creationId xmlns:a16="http://schemas.microsoft.com/office/drawing/2014/main" id="{CCB252B9-42EF-4414-AA22-2A95C1819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4" name="Picture 2">
              <a:extLst>
                <a:ext uri="{FF2B5EF4-FFF2-40B4-BE49-F238E27FC236}">
                  <a16:creationId xmlns:a16="http://schemas.microsoft.com/office/drawing/2014/main" id="{F9C2C800-C3E3-4317-A3CC-1558D71F1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FA1C9FC8-9B2D-49F1-A655-5ED28D8EF60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 t="7005" b="8701"/>
          <a:stretch/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15502586-682B-4EDF-9515-674BB4E1C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11455400" cy="6848476"/>
            <a:chOff x="372533" y="0"/>
            <a:chExt cx="11455400" cy="6848476"/>
          </a:xfrm>
        </p:grpSpPr>
        <p:sp>
          <p:nvSpPr>
            <p:cNvPr id="77" name="Round Diagonal Corner Rectangle 7">
              <a:extLst>
                <a:ext uri="{FF2B5EF4-FFF2-40B4-BE49-F238E27FC236}">
                  <a16:creationId xmlns:a16="http://schemas.microsoft.com/office/drawing/2014/main" id="{C4491F87-B86B-413A-ACCD-56525E533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22867" y="766234"/>
              <a:ext cx="10346266" cy="5325532"/>
            </a:xfrm>
            <a:prstGeom prst="round2DiagRect">
              <a:avLst>
                <a:gd name="adj1" fmla="val 4147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04A25545-7FDA-465A-8546-9D927F828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085512" y="0"/>
              <a:ext cx="650875" cy="1730375"/>
              <a:chOff x="11347978" y="0"/>
              <a:chExt cx="650875" cy="1730375"/>
            </a:xfrm>
          </p:grpSpPr>
          <p:sp>
            <p:nvSpPr>
              <p:cNvPr id="98" name="Freeform 32">
                <a:extLst>
                  <a:ext uri="{FF2B5EF4-FFF2-40B4-BE49-F238E27FC236}">
                    <a16:creationId xmlns:a16="http://schemas.microsoft.com/office/drawing/2014/main" id="{0AC67F09-E0D9-410A-A4DE-72D31697EB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67041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9" name="Freeform 33">
                <a:extLst>
                  <a:ext uri="{FF2B5EF4-FFF2-40B4-BE49-F238E27FC236}">
                    <a16:creationId xmlns:a16="http://schemas.microsoft.com/office/drawing/2014/main" id="{B78F2FDE-85C9-4650-919F-C35464007D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47978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0" name="Freeform 34">
                <a:extLst>
                  <a:ext uri="{FF2B5EF4-FFF2-40B4-BE49-F238E27FC236}">
                    <a16:creationId xmlns:a16="http://schemas.microsoft.com/office/drawing/2014/main" id="{57DD2F8B-5242-455C-B03F-E2F6B6732E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4678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1" name="Freeform 37">
                <a:extLst>
                  <a:ext uri="{FF2B5EF4-FFF2-40B4-BE49-F238E27FC236}">
                    <a16:creationId xmlns:a16="http://schemas.microsoft.com/office/drawing/2014/main" id="{B8CE3E90-8A76-4CD5-B28C-D71FF37185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94053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C374541-D033-4B72-A232-5461EEAD4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11229445" y="4867275"/>
              <a:ext cx="598488" cy="1981201"/>
              <a:chOff x="11424178" y="4867275"/>
              <a:chExt cx="598488" cy="1981201"/>
            </a:xfrm>
          </p:grpSpPr>
          <p:sp>
            <p:nvSpPr>
              <p:cNvPr id="92" name="Freeform 35">
                <a:extLst>
                  <a:ext uri="{FF2B5EF4-FFF2-40B4-BE49-F238E27FC236}">
                    <a16:creationId xmlns:a16="http://schemas.microsoft.com/office/drawing/2014/main" id="{94766BAB-FE6E-4247-886B-736F831FEB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14666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3" name="Freeform 36">
                <a:extLst>
                  <a:ext uri="{FF2B5EF4-FFF2-40B4-BE49-F238E27FC236}">
                    <a16:creationId xmlns:a16="http://schemas.microsoft.com/office/drawing/2014/main" id="{3C954FB2-C7A0-468C-8AD2-C278DCA642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55966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4" name="Freeform 38">
                <a:extLst>
                  <a:ext uri="{FF2B5EF4-FFF2-40B4-BE49-F238E27FC236}">
                    <a16:creationId xmlns:a16="http://schemas.microsoft.com/office/drawing/2014/main" id="{F52FBFD5-A528-4DB8-A802-814A7E421D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9441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5" name="Freeform 39">
                <a:extLst>
                  <a:ext uri="{FF2B5EF4-FFF2-40B4-BE49-F238E27FC236}">
                    <a16:creationId xmlns:a16="http://schemas.microsoft.com/office/drawing/2014/main" id="{E57CCB6D-72AF-4D41-8C6C-9750D43DC6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24178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6" name="Freeform 40">
                <a:extLst>
                  <a:ext uri="{FF2B5EF4-FFF2-40B4-BE49-F238E27FC236}">
                    <a16:creationId xmlns:a16="http://schemas.microsoft.com/office/drawing/2014/main" id="{19D203AA-CF94-405B-800C-0C79855218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32166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7" name="Rectangle 41">
                <a:extLst>
                  <a:ext uri="{FF2B5EF4-FFF2-40B4-BE49-F238E27FC236}">
                    <a16:creationId xmlns:a16="http://schemas.microsoft.com/office/drawing/2014/main" id="{7D053665-E810-419F-9D63-2A54CB4773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22653" y="6596063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DEAF6153-6BF6-448C-81C1-2817B0F780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440267" y="5118101"/>
              <a:ext cx="650875" cy="1730375"/>
              <a:chOff x="118533" y="5118101"/>
              <a:chExt cx="650875" cy="1730375"/>
            </a:xfrm>
          </p:grpSpPr>
          <p:sp>
            <p:nvSpPr>
              <p:cNvPr id="88" name="Freeform 32">
                <a:extLst>
                  <a:ext uri="{FF2B5EF4-FFF2-40B4-BE49-F238E27FC236}">
                    <a16:creationId xmlns:a16="http://schemas.microsoft.com/office/drawing/2014/main" id="{A7E0D3C0-552C-4741-AFBE-E665CEA06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37596" y="6335713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9" name="Freeform 33">
                <a:extLst>
                  <a:ext uri="{FF2B5EF4-FFF2-40B4-BE49-F238E27FC236}">
                    <a16:creationId xmlns:a16="http://schemas.microsoft.com/office/drawing/2014/main" id="{CAF96EBF-4E74-4F88-BD05-A4AE1694A4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18533" y="622141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0" name="Freeform 34">
                <a:extLst>
                  <a:ext uri="{FF2B5EF4-FFF2-40B4-BE49-F238E27FC236}">
                    <a16:creationId xmlns:a16="http://schemas.microsoft.com/office/drawing/2014/main" id="{D49C51B9-E4E4-410D-8AAB-7E308A1D45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5233" y="5118101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1" name="Freeform 37">
                <a:extLst>
                  <a:ext uri="{FF2B5EF4-FFF2-40B4-BE49-F238E27FC236}">
                    <a16:creationId xmlns:a16="http://schemas.microsoft.com/office/drawing/2014/main" id="{354F0627-1BD6-4455-967A-32DB31C82C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464608" y="5299075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BC21AED9-0CB5-426C-A1C4-6EEB54805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72533" y="0"/>
              <a:ext cx="598488" cy="1981201"/>
              <a:chOff x="194733" y="0"/>
              <a:chExt cx="598488" cy="1981201"/>
            </a:xfrm>
          </p:grpSpPr>
          <p:sp>
            <p:nvSpPr>
              <p:cNvPr id="82" name="Freeform 35">
                <a:extLst>
                  <a:ext uri="{FF2B5EF4-FFF2-40B4-BE49-F238E27FC236}">
                    <a16:creationId xmlns:a16="http://schemas.microsoft.com/office/drawing/2014/main" id="{8D8A778B-9916-47AC-A28A-07F01A83F4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85221" y="0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3" name="Freeform 36">
                <a:extLst>
                  <a:ext uri="{FF2B5EF4-FFF2-40B4-BE49-F238E27FC236}">
                    <a16:creationId xmlns:a16="http://schemas.microsoft.com/office/drawing/2014/main" id="{65323B96-DF0E-463C-B290-C22D3C5532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526521" y="1141413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4" name="Freeform 38">
                <a:extLst>
                  <a:ext uri="{FF2B5EF4-FFF2-40B4-BE49-F238E27FC236}">
                    <a16:creationId xmlns:a16="http://schemas.microsoft.com/office/drawing/2014/main" id="{65A0E255-1142-422E-A62A-5044177C5A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9996" y="1792288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5" name="Freeform 39">
                <a:extLst>
                  <a:ext uri="{FF2B5EF4-FFF2-40B4-BE49-F238E27FC236}">
                    <a16:creationId xmlns:a16="http://schemas.microsoft.com/office/drawing/2014/main" id="{233A955D-DB0D-42F8-B490-E01FB9C45C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94733" y="0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6" name="Freeform 40">
                <a:extLst>
                  <a:ext uri="{FF2B5EF4-FFF2-40B4-BE49-F238E27FC236}">
                    <a16:creationId xmlns:a16="http://schemas.microsoft.com/office/drawing/2014/main" id="{F0F0C29B-EB52-470C-AF64-FC54F5C250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02721" y="24288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7" name="Rectangle 41">
                <a:extLst>
                  <a:ext uri="{FF2B5EF4-FFF2-40B4-BE49-F238E27FC236}">
                    <a16:creationId xmlns:a16="http://schemas.microsoft.com/office/drawing/2014/main" id="{A6C0E942-454D-483D-84FB-89308C8F15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93208" y="0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AU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4968CB7-4DDB-4042-B026-187BCAC5B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07533"/>
            <a:ext cx="9905998" cy="1092200"/>
          </a:xfrm>
        </p:spPr>
        <p:txBody>
          <a:bodyPr>
            <a:normAutofit/>
          </a:bodyPr>
          <a:lstStyle/>
          <a:p>
            <a:pPr algn="ctr"/>
            <a:r>
              <a:rPr lang="en-AU" dirty="0"/>
              <a:t>OBJECT-ORIENTED Languages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8DDAB-60AE-45C5-878E-C2E1014D4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252134"/>
            <a:ext cx="9905999" cy="3454399"/>
          </a:xfrm>
        </p:spPr>
        <p:txBody>
          <a:bodyPr anchor="ctr">
            <a:normAutofit/>
          </a:bodyPr>
          <a:lstStyle/>
          <a:p>
            <a:r>
              <a:rPr lang="en-AU" sz="2000" dirty="0"/>
              <a:t>Allows programmers to ‘Modularise’ program into logical units of code.</a:t>
            </a:r>
          </a:p>
          <a:p>
            <a:pPr lvl="1"/>
            <a:r>
              <a:rPr lang="en-AU" dirty="0"/>
              <a:t>Gives greater re-usability of code</a:t>
            </a:r>
          </a:p>
          <a:p>
            <a:pPr lvl="1"/>
            <a:r>
              <a:rPr lang="en-AU" dirty="0"/>
              <a:t>Minimises need repetition within code.</a:t>
            </a:r>
          </a:p>
          <a:p>
            <a:pPr lvl="1"/>
            <a:r>
              <a:rPr lang="en-AU" dirty="0"/>
              <a:t>Easy code maintenance and testing.</a:t>
            </a:r>
          </a:p>
          <a:p>
            <a:pPr lvl="1"/>
            <a:r>
              <a:rPr lang="en-AU" dirty="0"/>
              <a:t>Greater Flexibility</a:t>
            </a:r>
          </a:p>
          <a:p>
            <a:pPr lvl="1"/>
            <a:r>
              <a:rPr lang="en-AU" dirty="0"/>
              <a:t>Security &amp; Troubleshooting</a:t>
            </a:r>
          </a:p>
          <a:p>
            <a:r>
              <a:rPr lang="en-AU" sz="2000" dirty="0"/>
              <a:t>Achieved through concepts such as Inheritance, Polymorphism, Abstraction &amp; Encapsulation.</a:t>
            </a:r>
          </a:p>
          <a:p>
            <a:pPr marL="457200" lvl="1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800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CBEAD-EEB5-4533-BDD2-2D70C6612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What is an IDE (Integrated Development Environment)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265CA-CB01-41F9-8378-C245D0D00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An Integrated Development Environment is an application with tool which allows programmers to undertake all aspects of software and development from one place.</a:t>
            </a:r>
          </a:p>
          <a:p>
            <a:pPr marL="0" indent="0">
              <a:buNone/>
            </a:pPr>
            <a:r>
              <a:rPr lang="en-AU" dirty="0"/>
              <a:t>This includes:</a:t>
            </a:r>
          </a:p>
          <a:p>
            <a:r>
              <a:rPr lang="en-AU" dirty="0"/>
              <a:t>Writing/editing source code</a:t>
            </a:r>
          </a:p>
          <a:p>
            <a:r>
              <a:rPr lang="en-AU" dirty="0"/>
              <a:t>Debugging, profiling and testing code</a:t>
            </a:r>
          </a:p>
          <a:p>
            <a:r>
              <a:rPr lang="en-AU" dirty="0"/>
              <a:t>Creating and deploying executable (.exe) application files</a:t>
            </a:r>
          </a:p>
        </p:txBody>
      </p:sp>
    </p:spTree>
    <p:extLst>
      <p:ext uri="{BB962C8B-B14F-4D97-AF65-F5344CB8AC3E}">
        <p14:creationId xmlns:p14="http://schemas.microsoft.com/office/powerpoint/2010/main" val="115972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A5D3E-834D-41EE-8367-9CA50AFF3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AU" dirty="0"/>
              <a:t>Ide options for </a:t>
            </a:r>
            <a:r>
              <a:rPr lang="en-AU" dirty="0" err="1"/>
              <a:t>c#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AF162-708C-4224-8881-78F3B50B6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844521" cy="3541714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AU" dirty="0"/>
              <a:t>IDEs available for C# include:</a:t>
            </a:r>
            <a:endParaRPr lang="en-AU"/>
          </a:p>
          <a:p>
            <a:pPr lvl="1">
              <a:lnSpc>
                <a:spcPct val="110000"/>
              </a:lnSpc>
            </a:pPr>
            <a:r>
              <a:rPr lang="en-AU" dirty="0"/>
              <a:t>Visual Studio</a:t>
            </a:r>
            <a:endParaRPr lang="en-AU"/>
          </a:p>
          <a:p>
            <a:pPr lvl="1">
              <a:lnSpc>
                <a:spcPct val="110000"/>
              </a:lnSpc>
            </a:pPr>
            <a:r>
              <a:rPr lang="en-AU" dirty="0"/>
              <a:t>Visual Studio Code</a:t>
            </a:r>
            <a:endParaRPr lang="en-AU"/>
          </a:p>
          <a:p>
            <a:pPr lvl="1">
              <a:lnSpc>
                <a:spcPct val="110000"/>
              </a:lnSpc>
            </a:pPr>
            <a:r>
              <a:rPr lang="en-AU" dirty="0" err="1"/>
              <a:t>Monodevelop</a:t>
            </a:r>
            <a:endParaRPr lang="en-AU"/>
          </a:p>
          <a:p>
            <a:pPr lvl="1">
              <a:lnSpc>
                <a:spcPct val="110000"/>
              </a:lnSpc>
            </a:pPr>
            <a:r>
              <a:rPr lang="en-AU" dirty="0"/>
              <a:t>Rider</a:t>
            </a:r>
            <a:endParaRPr lang="en-AU"/>
          </a:p>
          <a:p>
            <a:pPr lvl="1">
              <a:lnSpc>
                <a:spcPct val="110000"/>
              </a:lnSpc>
            </a:pPr>
            <a:r>
              <a:rPr lang="en-AU" dirty="0"/>
              <a:t>#Develop</a:t>
            </a:r>
            <a:endParaRPr lang="en-AU"/>
          </a:p>
          <a:p>
            <a:pPr marL="0" indent="0">
              <a:lnSpc>
                <a:spcPct val="110000"/>
              </a:lnSpc>
              <a:buNone/>
            </a:pPr>
            <a:r>
              <a:rPr lang="en-AU" dirty="0"/>
              <a:t>For this class we will be using Visual Studio.</a:t>
            </a:r>
            <a:endParaRPr lang="en-AU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1F153E7-D4DF-439C-92BD-F6CF41CD18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9" r="2355" b="1"/>
          <a:stretch/>
        </p:blipFill>
        <p:spPr bwMode="auto">
          <a:xfrm>
            <a:off x="6392335" y="2497720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5995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67783-4344-4814-97BF-94B9AC195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INSTALLING Visual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19B69-8D14-4A6E-BE62-FF6CEFB80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hlinkClick r:id="rId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Go to: </a:t>
            </a:r>
            <a:r>
              <a:rPr lang="en-US" dirty="0">
                <a:hlinkClick r:id="rId2"/>
              </a:rPr>
              <a:t>visualstudio.microsoft.com/downloads/</a:t>
            </a:r>
            <a:r>
              <a:rPr lang="en-US" dirty="0"/>
              <a:t> or search for </a:t>
            </a:r>
            <a:r>
              <a:rPr lang="en-US" b="1" dirty="0"/>
              <a:t>Visual Studio 2019 Download</a:t>
            </a:r>
            <a:r>
              <a:rPr lang="en-US" dirty="0"/>
              <a:t> in your browser.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CLICK on the FREE DOWNLOAD option under the Community Option.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RUN the Downloaded installer and follow the prompts to install.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510475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05" name="Group 72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86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7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8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9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0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1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2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3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4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5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6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7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8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99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0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1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2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3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4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5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6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7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8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9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10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11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12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4106" name="Group 74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76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7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8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9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0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1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2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3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4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5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sp useBgFill="1">
        <p:nvSpPr>
          <p:cNvPr id="4107" name="Rectangle 113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8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97D19F7-7634-4811-B054-2962A11076E0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4459286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/>
              <a:t>INSTALLING Visual studio (CONT)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596DC8-5616-492E-B9FC-7AB9CDDF9CE9}"/>
              </a:ext>
            </a:extLst>
          </p:cNvPr>
          <p:cNvSpPr txBox="1">
            <a:spLocks/>
          </p:cNvSpPr>
          <p:nvPr/>
        </p:nvSpPr>
        <p:spPr>
          <a:xfrm>
            <a:off x="915987" y="1668675"/>
            <a:ext cx="4459287" cy="3965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endParaRPr lang="en-US" sz="2000" dirty="0">
              <a:hlinkClick r:id="rId4"/>
            </a:endParaRPr>
          </a:p>
          <a:p>
            <a:pPr indent="0">
              <a:buNone/>
            </a:pPr>
            <a:r>
              <a:rPr lang="en-US" sz="2800" dirty="0"/>
              <a:t>Ensure you select the </a:t>
            </a:r>
          </a:p>
          <a:p>
            <a:pPr indent="0">
              <a:buNone/>
            </a:pPr>
            <a:r>
              <a:rPr lang="en-US" sz="2800" b="1" u="sng" dirty="0"/>
              <a:t>.NET Desktop Development</a:t>
            </a:r>
            <a:r>
              <a:rPr lang="en-US" sz="2800" u="sng" dirty="0"/>
              <a:t> </a:t>
            </a:r>
            <a:r>
              <a:rPr lang="en-US" sz="2800" dirty="0"/>
              <a:t>workload then press </a:t>
            </a:r>
            <a:r>
              <a:rPr lang="en-US" sz="2800" b="1" dirty="0"/>
              <a:t>Install while Downloading</a:t>
            </a:r>
            <a:r>
              <a:rPr lang="en-US" sz="2800" dirty="0"/>
              <a:t> to continue.</a:t>
            </a:r>
          </a:p>
          <a:p>
            <a:pPr marL="457200"/>
            <a:endParaRPr lang="en-US" sz="2000" dirty="0"/>
          </a:p>
          <a:p>
            <a:pPr marL="457200"/>
            <a:endParaRPr lang="en-US" sz="2000" dirty="0">
              <a:hlinkClick r:id="rId4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6C7DE5A-0A08-4D60-AD12-72A9079CD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66395" y="1438912"/>
            <a:ext cx="6676328" cy="3722051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09" name="Group 117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9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10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21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11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23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24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25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26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27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28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29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0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1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2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3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4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5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6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7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8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9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0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1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2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3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4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5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Arrow: Left 1">
            <a:extLst>
              <a:ext uri="{FF2B5EF4-FFF2-40B4-BE49-F238E27FC236}">
                <a16:creationId xmlns:a16="http://schemas.microsoft.com/office/drawing/2014/main" id="{E25556C3-6639-4F20-8452-83C473CB08BF}"/>
              </a:ext>
            </a:extLst>
          </p:cNvPr>
          <p:cNvSpPr/>
          <p:nvPr/>
        </p:nvSpPr>
        <p:spPr>
          <a:xfrm rot="19872823">
            <a:off x="7521922" y="1678996"/>
            <a:ext cx="1257170" cy="499633"/>
          </a:xfrm>
          <a:prstGeom prst="leftArrow">
            <a:avLst/>
          </a:prstGeom>
          <a:solidFill>
            <a:srgbClr val="FD921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1649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59FACE42-44B0-4185-8ED4-9043A78C8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838DBA2-246D-4087-AE0A-6EA2B4B65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406F95-9579-494D-BE1E-A012A7F4C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3" name="Rectangle 5">
                <a:extLst>
                  <a:ext uri="{FF2B5EF4-FFF2-40B4-BE49-F238E27FC236}">
                    <a16:creationId xmlns:a16="http://schemas.microsoft.com/office/drawing/2014/main" id="{4C8D671A-5C73-44CA-B6D0-7F3BC195BA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4" name="Freeform 6">
                <a:extLst>
                  <a:ext uri="{FF2B5EF4-FFF2-40B4-BE49-F238E27FC236}">
                    <a16:creationId xmlns:a16="http://schemas.microsoft.com/office/drawing/2014/main" id="{F0DB3AC8-B5AD-4004-B0B9-74B58BECA0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5" name="Freeform 7">
                <a:extLst>
                  <a:ext uri="{FF2B5EF4-FFF2-40B4-BE49-F238E27FC236}">
                    <a16:creationId xmlns:a16="http://schemas.microsoft.com/office/drawing/2014/main" id="{F3B2C8F3-E236-45B2-B2E1-8460F8FD6D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6" name="Freeform 8">
                <a:extLst>
                  <a:ext uri="{FF2B5EF4-FFF2-40B4-BE49-F238E27FC236}">
                    <a16:creationId xmlns:a16="http://schemas.microsoft.com/office/drawing/2014/main" id="{761EE3AC-0BC2-4A29-AD58-5CB0EEFF96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7" name="Freeform 9">
                <a:extLst>
                  <a:ext uri="{FF2B5EF4-FFF2-40B4-BE49-F238E27FC236}">
                    <a16:creationId xmlns:a16="http://schemas.microsoft.com/office/drawing/2014/main" id="{38DC43BE-83DD-43F3-A21F-9B58B1074F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112583CE-53E8-48F6-9F71-25A32BFD61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9" name="Freeform 11">
                <a:extLst>
                  <a:ext uri="{FF2B5EF4-FFF2-40B4-BE49-F238E27FC236}">
                    <a16:creationId xmlns:a16="http://schemas.microsoft.com/office/drawing/2014/main" id="{229A7966-2C4F-4334-8FB7-08521F984D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0" name="Freeform 12">
                <a:extLst>
                  <a:ext uri="{FF2B5EF4-FFF2-40B4-BE49-F238E27FC236}">
                    <a16:creationId xmlns:a16="http://schemas.microsoft.com/office/drawing/2014/main" id="{656FCF6A-DF5B-42AA-83C4-22CD7B994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1" name="Freeform 13">
                <a:extLst>
                  <a:ext uri="{FF2B5EF4-FFF2-40B4-BE49-F238E27FC236}">
                    <a16:creationId xmlns:a16="http://schemas.microsoft.com/office/drawing/2014/main" id="{E908B3EE-F31D-4E8D-BF3C-71F5B35F02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2" name="Freeform 14">
                <a:extLst>
                  <a:ext uri="{FF2B5EF4-FFF2-40B4-BE49-F238E27FC236}">
                    <a16:creationId xmlns:a16="http://schemas.microsoft.com/office/drawing/2014/main" id="{DA9F96D7-B42C-4F80-8F26-72388FE0C2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3" name="Freeform 15">
                <a:extLst>
                  <a:ext uri="{FF2B5EF4-FFF2-40B4-BE49-F238E27FC236}">
                    <a16:creationId xmlns:a16="http://schemas.microsoft.com/office/drawing/2014/main" id="{5C9D5861-5A45-408A-A25E-61ED661AD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4" name="Line 16">
                <a:extLst>
                  <a:ext uri="{FF2B5EF4-FFF2-40B4-BE49-F238E27FC236}">
                    <a16:creationId xmlns:a16="http://schemas.microsoft.com/office/drawing/2014/main" id="{DEEF5DD7-13B2-4CBB-A1AE-193A618B0F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5" name="Freeform 17">
                <a:extLst>
                  <a:ext uri="{FF2B5EF4-FFF2-40B4-BE49-F238E27FC236}">
                    <a16:creationId xmlns:a16="http://schemas.microsoft.com/office/drawing/2014/main" id="{3D896DDA-5AD2-4360-9E65-A792131051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6" name="Freeform 18">
                <a:extLst>
                  <a:ext uri="{FF2B5EF4-FFF2-40B4-BE49-F238E27FC236}">
                    <a16:creationId xmlns:a16="http://schemas.microsoft.com/office/drawing/2014/main" id="{C088F3B1-D893-4078-8EAE-6A3776F675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7" name="Freeform 19">
                <a:extLst>
                  <a:ext uri="{FF2B5EF4-FFF2-40B4-BE49-F238E27FC236}">
                    <a16:creationId xmlns:a16="http://schemas.microsoft.com/office/drawing/2014/main" id="{23CCB367-42E1-4DEF-BABD-7457EB9F28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8" name="Freeform 20">
                <a:extLst>
                  <a:ext uri="{FF2B5EF4-FFF2-40B4-BE49-F238E27FC236}">
                    <a16:creationId xmlns:a16="http://schemas.microsoft.com/office/drawing/2014/main" id="{BAFD46CE-CD21-4C8E-8ACE-B1A0B74A90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9" name="Rectangle 21">
                <a:extLst>
                  <a:ext uri="{FF2B5EF4-FFF2-40B4-BE49-F238E27FC236}">
                    <a16:creationId xmlns:a16="http://schemas.microsoft.com/office/drawing/2014/main" id="{23980A26-1FFF-4434-A77C-C5A1C96A54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0" name="Freeform 22">
                <a:extLst>
                  <a:ext uri="{FF2B5EF4-FFF2-40B4-BE49-F238E27FC236}">
                    <a16:creationId xmlns:a16="http://schemas.microsoft.com/office/drawing/2014/main" id="{AE64C1E5-E917-4222-8080-3EF831FB46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1" name="Freeform 23">
                <a:extLst>
                  <a:ext uri="{FF2B5EF4-FFF2-40B4-BE49-F238E27FC236}">
                    <a16:creationId xmlns:a16="http://schemas.microsoft.com/office/drawing/2014/main" id="{D4D42DE6-99E5-4D28-834E-6601A7DD9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" name="Freeform 24">
                <a:extLst>
                  <a:ext uri="{FF2B5EF4-FFF2-40B4-BE49-F238E27FC236}">
                    <a16:creationId xmlns:a16="http://schemas.microsoft.com/office/drawing/2014/main" id="{194304B3-4C44-49E0-A677-19E2DA8CC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C726387F-F77D-4FB6-A177-1DC6115E84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4" name="Freeform 26">
                <a:extLst>
                  <a:ext uri="{FF2B5EF4-FFF2-40B4-BE49-F238E27FC236}">
                    <a16:creationId xmlns:a16="http://schemas.microsoft.com/office/drawing/2014/main" id="{2F09766D-0653-4646-BA37-8FC23294B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5" name="Freeform 27">
                <a:extLst>
                  <a:ext uri="{FF2B5EF4-FFF2-40B4-BE49-F238E27FC236}">
                    <a16:creationId xmlns:a16="http://schemas.microsoft.com/office/drawing/2014/main" id="{F50D9867-C9E0-462B-894F-B2F97E26AC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6" name="Freeform 28">
                <a:extLst>
                  <a:ext uri="{FF2B5EF4-FFF2-40B4-BE49-F238E27FC236}">
                    <a16:creationId xmlns:a16="http://schemas.microsoft.com/office/drawing/2014/main" id="{44179987-9B3B-4BC1-9BDA-EC9F30A37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7" name="Freeform 29">
                <a:extLst>
                  <a:ext uri="{FF2B5EF4-FFF2-40B4-BE49-F238E27FC236}">
                    <a16:creationId xmlns:a16="http://schemas.microsoft.com/office/drawing/2014/main" id="{EF0E5480-8C2D-4FFE-9357-938DF0642B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8" name="Freeform 30">
                <a:extLst>
                  <a:ext uri="{FF2B5EF4-FFF2-40B4-BE49-F238E27FC236}">
                    <a16:creationId xmlns:a16="http://schemas.microsoft.com/office/drawing/2014/main" id="{FDAC2F76-95E6-4EE4-8A26-47CDAE5C6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9" name="Freeform 31">
                <a:extLst>
                  <a:ext uri="{FF2B5EF4-FFF2-40B4-BE49-F238E27FC236}">
                    <a16:creationId xmlns:a16="http://schemas.microsoft.com/office/drawing/2014/main" id="{249EB4AA-5D5B-4A3A-9F2D-6E4EDF2046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75D3DC5-0B19-4EA9-A350-6218AC28C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3" name="Freeform 32">
                <a:extLst>
                  <a:ext uri="{FF2B5EF4-FFF2-40B4-BE49-F238E27FC236}">
                    <a16:creationId xmlns:a16="http://schemas.microsoft.com/office/drawing/2014/main" id="{86B5A458-9418-4EDA-9B6F-E4754ABA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4" name="Freeform 33">
                <a:extLst>
                  <a:ext uri="{FF2B5EF4-FFF2-40B4-BE49-F238E27FC236}">
                    <a16:creationId xmlns:a16="http://schemas.microsoft.com/office/drawing/2014/main" id="{6307D20D-BE6F-4BFD-8A35-230A01AD72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5" name="Freeform 34">
                <a:extLst>
                  <a:ext uri="{FF2B5EF4-FFF2-40B4-BE49-F238E27FC236}">
                    <a16:creationId xmlns:a16="http://schemas.microsoft.com/office/drawing/2014/main" id="{37A04039-8217-4B7F-8F43-4039DF087D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6" name="Freeform 35">
                <a:extLst>
                  <a:ext uri="{FF2B5EF4-FFF2-40B4-BE49-F238E27FC236}">
                    <a16:creationId xmlns:a16="http://schemas.microsoft.com/office/drawing/2014/main" id="{CA6CE641-5DEB-4A06-B9C3-B726A334C2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7" name="Freeform 36">
                <a:extLst>
                  <a:ext uri="{FF2B5EF4-FFF2-40B4-BE49-F238E27FC236}">
                    <a16:creationId xmlns:a16="http://schemas.microsoft.com/office/drawing/2014/main" id="{D08C7C1C-DF39-4479-94BD-47E71DE422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" name="Freeform 37">
                <a:extLst>
                  <a:ext uri="{FF2B5EF4-FFF2-40B4-BE49-F238E27FC236}">
                    <a16:creationId xmlns:a16="http://schemas.microsoft.com/office/drawing/2014/main" id="{27C5EAA7-E449-48C0-9B14-E677E6ECF8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" name="Freeform 38">
                <a:extLst>
                  <a:ext uri="{FF2B5EF4-FFF2-40B4-BE49-F238E27FC236}">
                    <a16:creationId xmlns:a16="http://schemas.microsoft.com/office/drawing/2014/main" id="{AA6A8A39-39D4-41FE-9974-CB46106A73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" name="Freeform 39">
                <a:extLst>
                  <a:ext uri="{FF2B5EF4-FFF2-40B4-BE49-F238E27FC236}">
                    <a16:creationId xmlns:a16="http://schemas.microsoft.com/office/drawing/2014/main" id="{433C6D82-AE91-4A0C-97C6-34399C908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" name="Freeform 40">
                <a:extLst>
                  <a:ext uri="{FF2B5EF4-FFF2-40B4-BE49-F238E27FC236}">
                    <a16:creationId xmlns:a16="http://schemas.microsoft.com/office/drawing/2014/main" id="{D4C06E36-D233-423A-BC95-5B4D5BE35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" name="Rectangle 41">
                <a:extLst>
                  <a:ext uri="{FF2B5EF4-FFF2-40B4-BE49-F238E27FC236}">
                    <a16:creationId xmlns:a16="http://schemas.microsoft.com/office/drawing/2014/main" id="{E1B0EEC1-CF7A-4761-B477-941DB41A83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xmlns:p14="http://schemas.microsoft.com/office/powerpoint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4872A0B-8668-4500-9509-EAA581B26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52" name="Rectangle 51">
              <a:extLst>
                <a:ext uri="{FF2B5EF4-FFF2-40B4-BE49-F238E27FC236}">
                  <a16:creationId xmlns:a16="http://schemas.microsoft.com/office/drawing/2014/main" id="{8B504305-5526-408E-85F7-F0BA7E527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3" name="Picture 2">
              <a:extLst>
                <a:ext uri="{FF2B5EF4-FFF2-40B4-BE49-F238E27FC236}">
                  <a16:creationId xmlns:a16="http://schemas.microsoft.com/office/drawing/2014/main" id="{5827CE64-2533-45A6-9A39-7D5052E5C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3" descr="Blue digital binary data on a screen">
            <a:extLst>
              <a:ext uri="{FF2B5EF4-FFF2-40B4-BE49-F238E27FC236}">
                <a16:creationId xmlns:a16="http://schemas.microsoft.com/office/drawing/2014/main" id="{888C45F1-A990-4316-83E2-EE2735F986D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740" r="20214"/>
          <a:stretch/>
        </p:blipFill>
        <p:spPr>
          <a:xfrm>
            <a:off x="-5597" y="10"/>
            <a:ext cx="6101597" cy="6857990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240590EE-5428-41AA-95B2-96FCC1CE6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94DCC55-99C6-45CF-B357-E3848C809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6">
              <a:extLst>
                <a:ext uri="{FF2B5EF4-FFF2-40B4-BE49-F238E27FC236}">
                  <a16:creationId xmlns:a16="http://schemas.microsoft.com/office/drawing/2014/main" id="{63D64E32-FF0C-4665-B9D8-D1ECAAE5BA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7">
              <a:extLst>
                <a:ext uri="{FF2B5EF4-FFF2-40B4-BE49-F238E27FC236}">
                  <a16:creationId xmlns:a16="http://schemas.microsoft.com/office/drawing/2014/main" id="{3675001D-3840-4589-8190-505A7F52F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9E34E87-395F-4023-A80E-D1CBAAEBD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9">
              <a:extLst>
                <a:ext uri="{FF2B5EF4-FFF2-40B4-BE49-F238E27FC236}">
                  <a16:creationId xmlns:a16="http://schemas.microsoft.com/office/drawing/2014/main" id="{6FB1B38F-1B92-41C3-AA1D-6D6440FB0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10">
              <a:extLst>
                <a:ext uri="{FF2B5EF4-FFF2-40B4-BE49-F238E27FC236}">
                  <a16:creationId xmlns:a16="http://schemas.microsoft.com/office/drawing/2014/main" id="{02FBE453-FBD2-4348-8DDA-4A023444E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11">
              <a:extLst>
                <a:ext uri="{FF2B5EF4-FFF2-40B4-BE49-F238E27FC236}">
                  <a16:creationId xmlns:a16="http://schemas.microsoft.com/office/drawing/2014/main" id="{60D719E8-BF78-4F42-B9D1-7F5E02A3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12">
              <a:extLst>
                <a:ext uri="{FF2B5EF4-FFF2-40B4-BE49-F238E27FC236}">
                  <a16:creationId xmlns:a16="http://schemas.microsoft.com/office/drawing/2014/main" id="{5EC70737-9C19-4CF5-84DA-B22A960D5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13">
              <a:extLst>
                <a:ext uri="{FF2B5EF4-FFF2-40B4-BE49-F238E27FC236}">
                  <a16:creationId xmlns:a16="http://schemas.microsoft.com/office/drawing/2014/main" id="{88FD042E-E56E-4360-9620-F811AB9A3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14">
              <a:extLst>
                <a:ext uri="{FF2B5EF4-FFF2-40B4-BE49-F238E27FC236}">
                  <a16:creationId xmlns:a16="http://schemas.microsoft.com/office/drawing/2014/main" id="{18F15D2B-0812-46F6-B0F4-6A6714B54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6" name="Freeform 15">
              <a:extLst>
                <a:ext uri="{FF2B5EF4-FFF2-40B4-BE49-F238E27FC236}">
                  <a16:creationId xmlns:a16="http://schemas.microsoft.com/office/drawing/2014/main" id="{0C2F2A50-98DD-4F92-BDFE-B72E23576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7" name="Freeform 16">
              <a:extLst>
                <a:ext uri="{FF2B5EF4-FFF2-40B4-BE49-F238E27FC236}">
                  <a16:creationId xmlns:a16="http://schemas.microsoft.com/office/drawing/2014/main" id="{473541D9-6DAE-4718-97D4-8952F4E7C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8" name="Freeform 17">
              <a:extLst>
                <a:ext uri="{FF2B5EF4-FFF2-40B4-BE49-F238E27FC236}">
                  <a16:creationId xmlns:a16="http://schemas.microsoft.com/office/drawing/2014/main" id="{3A56C5E9-011C-44D2-AF94-3BF542043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9" name="Freeform 18">
              <a:extLst>
                <a:ext uri="{FF2B5EF4-FFF2-40B4-BE49-F238E27FC236}">
                  <a16:creationId xmlns:a16="http://schemas.microsoft.com/office/drawing/2014/main" id="{CD279E0E-1CD5-4F41-96A5-3A09707E8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0" name="Freeform 19">
              <a:extLst>
                <a:ext uri="{FF2B5EF4-FFF2-40B4-BE49-F238E27FC236}">
                  <a16:creationId xmlns:a16="http://schemas.microsoft.com/office/drawing/2014/main" id="{F5A6F094-9E54-4985-8738-D2067A4F0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1" name="Freeform 20">
              <a:extLst>
                <a:ext uri="{FF2B5EF4-FFF2-40B4-BE49-F238E27FC236}">
                  <a16:creationId xmlns:a16="http://schemas.microsoft.com/office/drawing/2014/main" id="{99D51F59-FA93-490E-B9CF-97BB63747C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2" name="Freeform 21">
              <a:extLst>
                <a:ext uri="{FF2B5EF4-FFF2-40B4-BE49-F238E27FC236}">
                  <a16:creationId xmlns:a16="http://schemas.microsoft.com/office/drawing/2014/main" id="{3CD83DC6-F4A0-4A4D-AAC3-83983F960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3" name="Freeform 22">
              <a:extLst>
                <a:ext uri="{FF2B5EF4-FFF2-40B4-BE49-F238E27FC236}">
                  <a16:creationId xmlns:a16="http://schemas.microsoft.com/office/drawing/2014/main" id="{6E9B4028-C74F-4631-8312-68B30E6E6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4" name="Freeform 23">
              <a:extLst>
                <a:ext uri="{FF2B5EF4-FFF2-40B4-BE49-F238E27FC236}">
                  <a16:creationId xmlns:a16="http://schemas.microsoft.com/office/drawing/2014/main" id="{1E3337C9-1DDE-4E2E-8519-7D2C23C95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5" name="Freeform 24">
              <a:extLst>
                <a:ext uri="{FF2B5EF4-FFF2-40B4-BE49-F238E27FC236}">
                  <a16:creationId xmlns:a16="http://schemas.microsoft.com/office/drawing/2014/main" id="{754A526E-6EC0-458A-9C4C-008F6749C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6" name="Freeform 25">
              <a:extLst>
                <a:ext uri="{FF2B5EF4-FFF2-40B4-BE49-F238E27FC236}">
                  <a16:creationId xmlns:a16="http://schemas.microsoft.com/office/drawing/2014/main" id="{6A3DA723-7448-48CF-8BD2-FED2D4FED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7" name="Freeform 26">
              <a:extLst>
                <a:ext uri="{FF2B5EF4-FFF2-40B4-BE49-F238E27FC236}">
                  <a16:creationId xmlns:a16="http://schemas.microsoft.com/office/drawing/2014/main" id="{9B506EC1-D8A8-4532-B78B-A236567EE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8" name="Freeform 27">
              <a:extLst>
                <a:ext uri="{FF2B5EF4-FFF2-40B4-BE49-F238E27FC236}">
                  <a16:creationId xmlns:a16="http://schemas.microsoft.com/office/drawing/2014/main" id="{AA9DFB36-74F4-4977-ABC5-3257EDA33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9" name="Freeform 28">
              <a:extLst>
                <a:ext uri="{FF2B5EF4-FFF2-40B4-BE49-F238E27FC236}">
                  <a16:creationId xmlns:a16="http://schemas.microsoft.com/office/drawing/2014/main" id="{966A7FBA-BB79-4AF0-90C2-5F2BC9F2D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0" name="Freeform 29">
              <a:extLst>
                <a:ext uri="{FF2B5EF4-FFF2-40B4-BE49-F238E27FC236}">
                  <a16:creationId xmlns:a16="http://schemas.microsoft.com/office/drawing/2014/main" id="{23BB8A47-FF1B-44E5-8D93-7ADF37F1D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1" name="Freeform 30">
              <a:extLst>
                <a:ext uri="{FF2B5EF4-FFF2-40B4-BE49-F238E27FC236}">
                  <a16:creationId xmlns:a16="http://schemas.microsoft.com/office/drawing/2014/main" id="{E463E1B7-7BED-4425-95B7-F6F75F873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2" name="Freeform 31">
              <a:extLst>
                <a:ext uri="{FF2B5EF4-FFF2-40B4-BE49-F238E27FC236}">
                  <a16:creationId xmlns:a16="http://schemas.microsoft.com/office/drawing/2014/main" id="{749D0675-4397-4610-9807-2F7C1CC942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3" name="Freeform 32">
              <a:extLst>
                <a:ext uri="{FF2B5EF4-FFF2-40B4-BE49-F238E27FC236}">
                  <a16:creationId xmlns:a16="http://schemas.microsoft.com/office/drawing/2014/main" id="{DE7617CF-8919-43C3-9557-08D67C7DA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DB68720-7E37-4930-9900-8632140D6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5" name="Freeform 34">
              <a:extLst>
                <a:ext uri="{FF2B5EF4-FFF2-40B4-BE49-F238E27FC236}">
                  <a16:creationId xmlns:a16="http://schemas.microsoft.com/office/drawing/2014/main" id="{202F13DF-5B76-468E-A95E-80780788B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219143C2-6062-4C2C-9563-6534108E35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38413A0C-26DB-479B-B747-1D8136100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8" name="Freeform 37">
              <a:extLst>
                <a:ext uri="{FF2B5EF4-FFF2-40B4-BE49-F238E27FC236}">
                  <a16:creationId xmlns:a16="http://schemas.microsoft.com/office/drawing/2014/main" id="{CB526B5F-4FAA-4B4C-8AF8-B98EC74A3D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9" name="Freeform 38">
              <a:extLst>
                <a:ext uri="{FF2B5EF4-FFF2-40B4-BE49-F238E27FC236}">
                  <a16:creationId xmlns:a16="http://schemas.microsoft.com/office/drawing/2014/main" id="{54FFF88E-6D69-4AE9-8378-D1641915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0" name="Freeform 39">
              <a:extLst>
                <a:ext uri="{FF2B5EF4-FFF2-40B4-BE49-F238E27FC236}">
                  <a16:creationId xmlns:a16="http://schemas.microsoft.com/office/drawing/2014/main" id="{8008115A-CE00-4E36-BAF1-B511F21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1" name="Freeform 40">
              <a:extLst>
                <a:ext uri="{FF2B5EF4-FFF2-40B4-BE49-F238E27FC236}">
                  <a16:creationId xmlns:a16="http://schemas.microsoft.com/office/drawing/2014/main" id="{2935DB29-6F85-47D8-863C-11386389D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2" name="Freeform 41">
              <a:extLst>
                <a:ext uri="{FF2B5EF4-FFF2-40B4-BE49-F238E27FC236}">
                  <a16:creationId xmlns:a16="http://schemas.microsoft.com/office/drawing/2014/main" id="{4FB8E51B-1AC1-4671-B181-473C29BECD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3" name="Freeform 42">
              <a:extLst>
                <a:ext uri="{FF2B5EF4-FFF2-40B4-BE49-F238E27FC236}">
                  <a16:creationId xmlns:a16="http://schemas.microsoft.com/office/drawing/2014/main" id="{91E6AE4F-959F-4ED7-A199-8C0307E40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4" name="Freeform 43">
              <a:extLst>
                <a:ext uri="{FF2B5EF4-FFF2-40B4-BE49-F238E27FC236}">
                  <a16:creationId xmlns:a16="http://schemas.microsoft.com/office/drawing/2014/main" id="{A0445E55-0009-44A5-AA6A-350D9D48A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5" name="Freeform 44">
              <a:extLst>
                <a:ext uri="{FF2B5EF4-FFF2-40B4-BE49-F238E27FC236}">
                  <a16:creationId xmlns:a16="http://schemas.microsoft.com/office/drawing/2014/main" id="{B5291C75-4ECA-4829-B824-5725C3290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793376D-3E7C-4F04-8BC8-EC4820622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7" name="Freeform 46">
              <a:extLst>
                <a:ext uri="{FF2B5EF4-FFF2-40B4-BE49-F238E27FC236}">
                  <a16:creationId xmlns:a16="http://schemas.microsoft.com/office/drawing/2014/main" id="{3596510A-5528-445D-AFEA-6E3F89BA8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8" name="Freeform 47">
              <a:extLst>
                <a:ext uri="{FF2B5EF4-FFF2-40B4-BE49-F238E27FC236}">
                  <a16:creationId xmlns:a16="http://schemas.microsoft.com/office/drawing/2014/main" id="{E1B69479-D8C9-4E2E-A931-4D49C4FD7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9" name="Freeform 48">
              <a:extLst>
                <a:ext uri="{FF2B5EF4-FFF2-40B4-BE49-F238E27FC236}">
                  <a16:creationId xmlns:a16="http://schemas.microsoft.com/office/drawing/2014/main" id="{0A759A2E-A8B1-44C8-B3F9-A16714C89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0" name="Freeform 49">
              <a:extLst>
                <a:ext uri="{FF2B5EF4-FFF2-40B4-BE49-F238E27FC236}">
                  <a16:creationId xmlns:a16="http://schemas.microsoft.com/office/drawing/2014/main" id="{6C2B3B3C-1DC9-4352-BB73-801976C8F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1" name="Freeform 50">
              <a:extLst>
                <a:ext uri="{FF2B5EF4-FFF2-40B4-BE49-F238E27FC236}">
                  <a16:creationId xmlns:a16="http://schemas.microsoft.com/office/drawing/2014/main" id="{EE22E3A8-5789-4189-9AC7-98D6826B0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2" name="Freeform 51">
              <a:extLst>
                <a:ext uri="{FF2B5EF4-FFF2-40B4-BE49-F238E27FC236}">
                  <a16:creationId xmlns:a16="http://schemas.microsoft.com/office/drawing/2014/main" id="{9AC0FC74-D003-4D0D-9CAF-F6A03739E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3" name="Freeform 52">
              <a:extLst>
                <a:ext uri="{FF2B5EF4-FFF2-40B4-BE49-F238E27FC236}">
                  <a16:creationId xmlns:a16="http://schemas.microsoft.com/office/drawing/2014/main" id="{126C2057-02E1-4348-ABEB-EAC063A17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4" name="Freeform 53">
              <a:extLst>
                <a:ext uri="{FF2B5EF4-FFF2-40B4-BE49-F238E27FC236}">
                  <a16:creationId xmlns:a16="http://schemas.microsoft.com/office/drawing/2014/main" id="{5150586D-D743-4392-844F-F2AFCCE64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5" name="Freeform 54">
              <a:extLst>
                <a:ext uri="{FF2B5EF4-FFF2-40B4-BE49-F238E27FC236}">
                  <a16:creationId xmlns:a16="http://schemas.microsoft.com/office/drawing/2014/main" id="{9E5B157A-534E-4879-8013-D02864E76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6" name="Freeform 55">
              <a:extLst>
                <a:ext uri="{FF2B5EF4-FFF2-40B4-BE49-F238E27FC236}">
                  <a16:creationId xmlns:a16="http://schemas.microsoft.com/office/drawing/2014/main" id="{CEE2DD73-7E8C-4F26-8E93-8C32D11B2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7" name="Freeform 56">
              <a:extLst>
                <a:ext uri="{FF2B5EF4-FFF2-40B4-BE49-F238E27FC236}">
                  <a16:creationId xmlns:a16="http://schemas.microsoft.com/office/drawing/2014/main" id="{908CAC5F-DD8E-4A58-BD4C-6D8D29FA49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8" name="Freeform 57">
              <a:extLst>
                <a:ext uri="{FF2B5EF4-FFF2-40B4-BE49-F238E27FC236}">
                  <a16:creationId xmlns:a16="http://schemas.microsoft.com/office/drawing/2014/main" id="{20F130CF-281E-408C-9884-5F8B22CA1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9" name="Freeform 58">
              <a:extLst>
                <a:ext uri="{FF2B5EF4-FFF2-40B4-BE49-F238E27FC236}">
                  <a16:creationId xmlns:a16="http://schemas.microsoft.com/office/drawing/2014/main" id="{3BC78068-9115-4D5D-9B2B-6F9BD9C29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413F61E-A398-4FA5-BE1B-B669D90D2D9C}"/>
              </a:ext>
            </a:extLst>
          </p:cNvPr>
          <p:cNvSpPr txBox="1"/>
          <p:nvPr/>
        </p:nvSpPr>
        <p:spPr>
          <a:xfrm>
            <a:off x="6726239" y="1093788"/>
            <a:ext cx="4598986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sz="4000" dirty="0"/>
              <a:t>LETS WRITE OUR FIRST CLASS PROGRAM</a:t>
            </a:r>
          </a:p>
          <a:p>
            <a:pPr algn="ctr" defTabSz="914400"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sz="4000" dirty="0">
                <a:solidFill>
                  <a:schemeClr val="accent1"/>
                </a:solidFill>
              </a:rPr>
              <a:t>Hello World Exercise</a:t>
            </a:r>
          </a:p>
        </p:txBody>
      </p:sp>
    </p:spTree>
    <p:extLst>
      <p:ext uri="{BB962C8B-B14F-4D97-AF65-F5344CB8AC3E}">
        <p14:creationId xmlns:p14="http://schemas.microsoft.com/office/powerpoint/2010/main" val="892972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03B2-56FA-2255-2965-F1958E81F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Create new project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36525FE-13C0-A7CC-3EAD-C63E408141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3905" y="2249488"/>
            <a:ext cx="5341015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874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2167-D3C5-F791-3192-7F8EEC3CC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the project type as a Console application.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E40D9B-8465-F8E5-978A-EDC342D245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8046" y="2249488"/>
            <a:ext cx="5812733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927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9CBAE-7863-4E59-CB36-751A4326D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8E9CDF2-B830-4296-49F9-F22BA6169E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4475" y="2886869"/>
            <a:ext cx="6619875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432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45FD1-0A8D-E4D5-AC33-E32EC9EB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0E08A2-D8D5-763C-97EF-22E9E7B469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1802" y="2249488"/>
            <a:ext cx="7745222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53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B27E-6305-7EE3-AAA6-CBBB2D23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Run your </a:t>
            </a:r>
            <a:r>
              <a:rPr lang="en-AU" dirty="0" err="1"/>
              <a:t>.Net</a:t>
            </a:r>
            <a:r>
              <a:rPr lang="en-AU" dirty="0"/>
              <a:t> program.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62C7FBB-624F-2BFF-F47B-CD557C2D31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8275" y="2786856"/>
            <a:ext cx="6772275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63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7" name="Group 182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96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7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8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9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0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1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2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3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4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5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6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7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8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9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0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1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2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3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4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5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6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7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8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9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0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1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2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86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7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8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9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0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1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2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3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4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5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sp useBgFill="1">
        <p:nvSpPr>
          <p:cNvPr id="268" name="Rectangle 223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9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9A82A-22A8-418D-8324-0A7A41991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C# code example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303F6-3F66-4F5D-9594-EBF8082B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Every piece of C# code follows a certain structure and utilizes several common components.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The example shown is a simple console application which prints the words         “Hello World” in the command console.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93E400-98EE-4614-988C-55EBC8472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18163"/>
            <a:ext cx="5456279" cy="3996724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270" name="Group 227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29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1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1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2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3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4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5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6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7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8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9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0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1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2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3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4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5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6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7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8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9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0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1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2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3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4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5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3046166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7" name="Group 182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96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7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8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9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0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1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2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3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4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5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6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7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8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9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0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1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2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3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4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5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6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7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8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9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0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1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2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86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7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8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9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0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1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2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3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4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5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sp useBgFill="1">
        <p:nvSpPr>
          <p:cNvPr id="268" name="Rectangle 223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9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9A82A-22A8-418D-8324-0A7A41991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namespaces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303F6-3F66-4F5D-9594-EBF8082B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A Namespace is a way of collecting and organizing classes and program functionality together.</a:t>
            </a:r>
          </a:p>
          <a:p>
            <a:r>
              <a:rPr lang="en-US" sz="2000" dirty="0"/>
              <a:t>Every Namespace will have it’s own name and can contain a single class file, or it can contain multiple classes and libraries.</a:t>
            </a:r>
          </a:p>
          <a:p>
            <a:r>
              <a:rPr lang="en-US" sz="2000" dirty="0"/>
              <a:t>Think of it as a file draw or container that holds all your documents.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93E400-98EE-4614-988C-55EBC8472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18163"/>
            <a:ext cx="5456279" cy="3996724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270" name="Group 227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29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1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1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2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3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4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5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6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7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8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9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0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1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2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3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4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5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6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7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8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9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0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1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2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3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4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5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A72AE249-7F55-4A76-8665-88381C8F8AB7}"/>
              </a:ext>
            </a:extLst>
          </p:cNvPr>
          <p:cNvSpPr/>
          <p:nvPr/>
        </p:nvSpPr>
        <p:spPr>
          <a:xfrm>
            <a:off x="6081712" y="1896269"/>
            <a:ext cx="2554288" cy="35321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3413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7" name="Group 182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96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7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8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9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0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1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2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3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4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5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6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7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8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9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0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1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2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3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4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5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6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7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8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9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0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1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2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86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7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8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9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0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1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2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3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4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5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sp useBgFill="1">
        <p:nvSpPr>
          <p:cNvPr id="268" name="Rectangle 223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9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9A82A-22A8-418D-8324-0A7A41991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CLAsses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303F6-3F66-4F5D-9594-EBF8082B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Classes act like containers that hold collections of data and logic that brings functionality to our programs.</a:t>
            </a:r>
          </a:p>
          <a:p>
            <a:r>
              <a:rPr lang="en-US" sz="2000" dirty="0"/>
              <a:t>These containers are generally a single file and are generally contained within a Namespace.</a:t>
            </a:r>
          </a:p>
          <a:p>
            <a:r>
              <a:rPr lang="en-US" sz="2000" dirty="0"/>
              <a:t>Every class has a name which follows the class declaration. Our example class is called ‘Program’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93E400-98EE-4614-988C-55EBC8472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18163"/>
            <a:ext cx="5456279" cy="3996724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270" name="Group 227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29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1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1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2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3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4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5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6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7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8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9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0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1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2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3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4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5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6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7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8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9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0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1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2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3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4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5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307622CE-5619-4B90-B0E0-86B97F7F4D90}"/>
              </a:ext>
            </a:extLst>
          </p:cNvPr>
          <p:cNvSpPr/>
          <p:nvPr/>
        </p:nvSpPr>
        <p:spPr>
          <a:xfrm>
            <a:off x="6499224" y="2658269"/>
            <a:ext cx="1720216" cy="338931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9206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7" name="Group 182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96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7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8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9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0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1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2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3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4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5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6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7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8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9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0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1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2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3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4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5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6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7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8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9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0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1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2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86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7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8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9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0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1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2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3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4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5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sp useBgFill="1">
        <p:nvSpPr>
          <p:cNvPr id="268" name="Rectangle 223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9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9A82A-22A8-418D-8324-0A7A41991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Using statements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303F6-3F66-4F5D-9594-EBF8082B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Using statements allow a section of code to access another Namespace to allow it access and use the classes and functionality of the named Namespace.</a:t>
            </a:r>
          </a:p>
          <a:p>
            <a:r>
              <a:rPr lang="en-US" sz="2000" dirty="0"/>
              <a:t>By calling the System Namespace in this code example, we can then access the Console class later in our code.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93E400-98EE-4614-988C-55EBC8472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18163"/>
            <a:ext cx="5456279" cy="3996724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270" name="Group 227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29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1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1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2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3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4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5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6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7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8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9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0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1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2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3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4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5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6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7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8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9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0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1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2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3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4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5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46B4E19-E126-4E40-BBA3-89BC02FF3E50}"/>
              </a:ext>
            </a:extLst>
          </p:cNvPr>
          <p:cNvSpPr/>
          <p:nvPr/>
        </p:nvSpPr>
        <p:spPr>
          <a:xfrm>
            <a:off x="6096000" y="1382713"/>
            <a:ext cx="1590675" cy="34766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5A73142-55C3-431A-AC90-D3E8F5A77A40}"/>
              </a:ext>
            </a:extLst>
          </p:cNvPr>
          <p:cNvSpPr/>
          <p:nvPr/>
        </p:nvSpPr>
        <p:spPr>
          <a:xfrm>
            <a:off x="7396481" y="3885300"/>
            <a:ext cx="1036320" cy="6867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2247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7" name="Group 182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96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7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8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9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0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1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2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3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4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5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6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7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8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9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0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1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2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3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4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5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6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7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8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9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0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1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2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86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7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8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9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0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1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2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3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4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5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sp useBgFill="1">
        <p:nvSpPr>
          <p:cNvPr id="268" name="Rectangle 223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9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9A82A-22A8-418D-8324-0A7A41991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statements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303F6-3F66-4F5D-9594-EBF8082B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Statements are the lines of code that instruct the program to do something. They can contain various commands or instructions and are always followed by a semi-colon to indicate the end of the statement.</a:t>
            </a:r>
          </a:p>
          <a:p>
            <a:r>
              <a:rPr lang="en-US" sz="2000" dirty="0"/>
              <a:t>The example given is telling the program to write the words “Hello World” to the console before waiting for the user to press a key to continue.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93E400-98EE-4614-988C-55EBC8472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18163"/>
            <a:ext cx="5456279" cy="3996724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270" name="Group 227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29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1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1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2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3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4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5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6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7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8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9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0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1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2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3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4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5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6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7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8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9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0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1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2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3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4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5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B5A73142-55C3-431A-AC90-D3E8F5A77A40}"/>
              </a:ext>
            </a:extLst>
          </p:cNvPr>
          <p:cNvSpPr/>
          <p:nvPr/>
        </p:nvSpPr>
        <p:spPr>
          <a:xfrm>
            <a:off x="7396480" y="3885300"/>
            <a:ext cx="3840479" cy="6867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7547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7" name="Group 182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96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7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8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9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0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1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2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3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4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5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6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7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8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9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0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1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2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3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4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5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6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7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8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9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0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1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2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86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7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8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9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0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1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2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3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4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5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sp useBgFill="1">
        <p:nvSpPr>
          <p:cNvPr id="268" name="Rectangle 223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9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9A82A-22A8-418D-8324-0A7A41991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Curly braces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303F6-3F66-4F5D-9594-EBF8082B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sz="2000" dirty="0"/>
              <a:t>Braces are used to help organize and group together sections of code within your program. </a:t>
            </a:r>
          </a:p>
          <a:p>
            <a:r>
              <a:rPr lang="en-US" sz="2000" dirty="0"/>
              <a:t>Each set of braces has an opening and closing brace to indicate the start and end of a block or sequence of code.</a:t>
            </a:r>
          </a:p>
          <a:p>
            <a:r>
              <a:rPr lang="en-US" sz="2000" dirty="0"/>
              <a:t>They help indicate what lines of your  code are logically contained within a given Namespace, Class or other programming structure.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93E400-98EE-4614-988C-55EBC8472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18163"/>
            <a:ext cx="5456279" cy="3996724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270" name="Group 227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29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1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1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2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3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4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5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6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7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8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9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0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1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2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3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4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5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6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7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8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9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0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1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2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3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4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5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B5A73142-55C3-431A-AC90-D3E8F5A77A40}"/>
              </a:ext>
            </a:extLst>
          </p:cNvPr>
          <p:cNvSpPr/>
          <p:nvPr/>
        </p:nvSpPr>
        <p:spPr>
          <a:xfrm>
            <a:off x="7000241" y="3618918"/>
            <a:ext cx="233680" cy="4022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B91803C-F751-4B21-9D39-EB33E2BCA737}"/>
              </a:ext>
            </a:extLst>
          </p:cNvPr>
          <p:cNvSpPr/>
          <p:nvPr/>
        </p:nvSpPr>
        <p:spPr>
          <a:xfrm>
            <a:off x="7000241" y="4375653"/>
            <a:ext cx="233680" cy="4022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A35DA59-E571-4ABE-9FB5-E1C80A40E862}"/>
              </a:ext>
            </a:extLst>
          </p:cNvPr>
          <p:cNvSpPr/>
          <p:nvPr/>
        </p:nvSpPr>
        <p:spPr>
          <a:xfrm>
            <a:off x="6529386" y="4650475"/>
            <a:ext cx="233680" cy="4022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B633092-FB87-4106-8F92-F6D8D5479612}"/>
              </a:ext>
            </a:extLst>
          </p:cNvPr>
          <p:cNvSpPr/>
          <p:nvPr/>
        </p:nvSpPr>
        <p:spPr>
          <a:xfrm>
            <a:off x="6529386" y="2928038"/>
            <a:ext cx="233680" cy="4022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D90C5B1-99C2-4477-8AA4-51B7943328AC}"/>
              </a:ext>
            </a:extLst>
          </p:cNvPr>
          <p:cNvSpPr/>
          <p:nvPr/>
        </p:nvSpPr>
        <p:spPr>
          <a:xfrm>
            <a:off x="6134098" y="2185988"/>
            <a:ext cx="233680" cy="4022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DF14D4D-06C2-4BA7-95AC-643705AE5330}"/>
              </a:ext>
            </a:extLst>
          </p:cNvPr>
          <p:cNvSpPr/>
          <p:nvPr/>
        </p:nvSpPr>
        <p:spPr>
          <a:xfrm>
            <a:off x="6110128" y="4966720"/>
            <a:ext cx="233680" cy="4022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1945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7" name="Group 182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96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7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8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9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0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1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2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3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4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5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6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7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8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9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0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1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2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3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4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5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6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7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8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9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0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1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2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86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7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8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9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0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1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2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3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4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5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sp useBgFill="1">
        <p:nvSpPr>
          <p:cNvPr id="268" name="Rectangle 223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9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9A82A-22A8-418D-8324-0A7A41991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Main Method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303F6-3F66-4F5D-9594-EBF8082B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sz="2000" dirty="0"/>
              <a:t>This method must always appear in every program and is the starting point for every C# application.</a:t>
            </a:r>
          </a:p>
          <a:p>
            <a:r>
              <a:rPr lang="en-US" sz="2000" dirty="0"/>
              <a:t>Any code within the main method’s curly braces will be executed in sequence as your application begins.</a:t>
            </a:r>
          </a:p>
          <a:p>
            <a:r>
              <a:rPr lang="en-US" sz="2000" dirty="0"/>
              <a:t>Depending on the contained code it may create and trigger additional classes and applications as it runs but no program will start without one.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93E400-98EE-4614-988C-55EBC8472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18163"/>
            <a:ext cx="5456279" cy="3996724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270" name="Group 227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29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1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1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2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3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4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5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6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7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8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9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0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1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2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3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4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5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6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7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8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9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0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1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2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3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4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5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B5A73142-55C3-431A-AC90-D3E8F5A77A40}"/>
              </a:ext>
            </a:extLst>
          </p:cNvPr>
          <p:cNvSpPr/>
          <p:nvPr/>
        </p:nvSpPr>
        <p:spPr>
          <a:xfrm>
            <a:off x="7000241" y="3376773"/>
            <a:ext cx="3616959" cy="4022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6276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7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37C7846-C389-430D-A8E5-BB2F3ACAB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en-AU"/>
              <a:t>Other useful concepts</a:t>
            </a:r>
            <a:endParaRPr lang="en-AU" dirty="0"/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9AFB6E28-1BEC-424B-8269-25C7BCC80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5467" y="2176462"/>
            <a:ext cx="5831944" cy="3070225"/>
          </a:xfrm>
        </p:spPr>
        <p:txBody>
          <a:bodyPr>
            <a:normAutofit/>
          </a:bodyPr>
          <a:lstStyle/>
          <a:p>
            <a:r>
              <a:rPr lang="en-AU" sz="4000" dirty="0"/>
              <a:t>Commenting</a:t>
            </a:r>
          </a:p>
          <a:p>
            <a:r>
              <a:rPr lang="en-AU" sz="4000" dirty="0"/>
              <a:t>Whitespace</a:t>
            </a:r>
          </a:p>
          <a:p>
            <a:r>
              <a:rPr lang="en-AU" sz="4000" dirty="0"/>
              <a:t>Case-Sensitivity</a:t>
            </a:r>
          </a:p>
        </p:txBody>
      </p:sp>
    </p:spTree>
    <p:extLst>
      <p:ext uri="{BB962C8B-B14F-4D97-AF65-F5344CB8AC3E}">
        <p14:creationId xmlns:p14="http://schemas.microsoft.com/office/powerpoint/2010/main" val="642303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BDD649-FB30-4D20-A4AC-8E4554C45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Comments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C2B5E97-5806-4E39-9715-D3A62EF61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1" y="1571148"/>
            <a:ext cx="4459287" cy="4797901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Comments can be added to your code to give additional information about your program from within your code.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The two most common ways to add comments are: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//Double forward slash for single lines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/*Forward slash followed and asterisk to start a multi-line comment block followed by the reverse to end the block*/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You program will ignore the content in the comment blocks when it runs. This is great for internal code documentation.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4E768F-C16E-42D2-BBF7-7CE0B4F8B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06637"/>
            <a:ext cx="5456279" cy="5019776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9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005735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BDD649-FB30-4D20-A4AC-8E4554C45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White-space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C2B5E97-5806-4E39-9715-D3A62EF61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1" y="1990726"/>
            <a:ext cx="4459287" cy="437832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When your application is built and runs, the C# compiler ignores white-space such as  empty lines and spaces before and after code blocks and statements.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This can be used to your advantage to give space between sequences of logic to make the code more readable to human eyes.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Use white-space when practical.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4E768F-C16E-42D2-BBF7-7CE0B4F8B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06637"/>
            <a:ext cx="5456279" cy="5019776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9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7126876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BDD649-FB30-4D20-A4AC-8E4554C45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Case sensitivity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C2B5E97-5806-4E39-9715-D3A62EF61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1" y="1990726"/>
            <a:ext cx="4459287" cy="437832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All names in C# are case sensitive.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“WriteLine” and “writeline” will not be recognized as the same thing.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/>
              <a:t>Take care that when you reference something in your code that the casing matches the object you are referring to.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4E768F-C16E-42D2-BBF7-7CE0B4F8B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06637"/>
            <a:ext cx="5456279" cy="5019776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9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9255308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762F2-27D3-42A9-8AB9-E3DF73832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we’ve covered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3A8B6-E3B2-418C-9982-CC5D1F0E8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/>
              <a:t>What is C#</a:t>
            </a:r>
          </a:p>
          <a:p>
            <a:r>
              <a:rPr lang="en-AU" dirty="0"/>
              <a:t>What is an IDE (Integrated Development Environment)</a:t>
            </a:r>
          </a:p>
          <a:p>
            <a:r>
              <a:rPr lang="en-AU"/>
              <a:t>Installing Visual Studio</a:t>
            </a:r>
            <a:endParaRPr lang="en-AU" dirty="0"/>
          </a:p>
          <a:p>
            <a:r>
              <a:rPr lang="en-AU" dirty="0"/>
              <a:t>C# Syntax &amp; Structure</a:t>
            </a:r>
          </a:p>
          <a:p>
            <a:r>
              <a:rPr lang="en-AU" dirty="0"/>
              <a:t>Namespaces, Classes &amp; Statements</a:t>
            </a:r>
          </a:p>
          <a:p>
            <a:r>
              <a:rPr lang="en-AU" dirty="0"/>
              <a:t>Main() Method</a:t>
            </a:r>
          </a:p>
          <a:p>
            <a:r>
              <a:rPr lang="en-AU" dirty="0"/>
              <a:t>Common C# Concepts - Comments, White-Space &amp; Case-Sensitivity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2914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552</TotalTime>
  <Words>950</Words>
  <Application>Microsoft Office PowerPoint</Application>
  <PresentationFormat>Widescreen</PresentationFormat>
  <Paragraphs>101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Tw Cen MT</vt:lpstr>
      <vt:lpstr>Circuit</vt:lpstr>
      <vt:lpstr>Getting started with C#</vt:lpstr>
      <vt:lpstr>What we’re covering</vt:lpstr>
      <vt:lpstr>What is c# (C-Sharp)</vt:lpstr>
      <vt:lpstr>OBJECT-ORIENTED Languages</vt:lpstr>
      <vt:lpstr>What is an IDE (Integrated Development Environment) </vt:lpstr>
      <vt:lpstr>Ide options for c#</vt:lpstr>
      <vt:lpstr>INSTALLING Visual studio</vt:lpstr>
      <vt:lpstr>PowerPoint Presentation</vt:lpstr>
      <vt:lpstr>PowerPoint Presentation</vt:lpstr>
      <vt:lpstr>Create new project</vt:lpstr>
      <vt:lpstr>choose the project type as a Console application.</vt:lpstr>
      <vt:lpstr>PowerPoint Presentation</vt:lpstr>
      <vt:lpstr>PowerPoint Presentation</vt:lpstr>
      <vt:lpstr>Run your .Net program. </vt:lpstr>
      <vt:lpstr>C# code example</vt:lpstr>
      <vt:lpstr>namespaces</vt:lpstr>
      <vt:lpstr>CLAsses</vt:lpstr>
      <vt:lpstr>Using statements</vt:lpstr>
      <vt:lpstr>statements</vt:lpstr>
      <vt:lpstr>Curly braces</vt:lpstr>
      <vt:lpstr>Main Method</vt:lpstr>
      <vt:lpstr>Other useful concepts</vt:lpstr>
      <vt:lpstr>Comments</vt:lpstr>
      <vt:lpstr>White-space</vt:lpstr>
      <vt:lpstr>Case sensitivity</vt:lpstr>
      <vt:lpstr>What we’ve covered so far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with C#</dc:title>
  <dc:creator>troy vaughn</dc:creator>
  <cp:lastModifiedBy>Vaynberg Oleg</cp:lastModifiedBy>
  <cp:revision>3</cp:revision>
  <dcterms:created xsi:type="dcterms:W3CDTF">2021-07-09T01:26:31Z</dcterms:created>
  <dcterms:modified xsi:type="dcterms:W3CDTF">2023-09-29T00:59:19Z</dcterms:modified>
</cp:coreProperties>
</file>