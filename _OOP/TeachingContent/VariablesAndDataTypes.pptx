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9" r:id="rId2"/>
  </p:sldMasterIdLst>
  <p:sldIdLst>
    <p:sldId id="256" r:id="rId3"/>
    <p:sldId id="260" r:id="rId4"/>
    <p:sldId id="267" r:id="rId5"/>
    <p:sldId id="268" r:id="rId6"/>
    <p:sldId id="280" r:id="rId7"/>
    <p:sldId id="281" r:id="rId8"/>
    <p:sldId id="282" r:id="rId9"/>
    <p:sldId id="283" r:id="rId10"/>
    <p:sldId id="271" r:id="rId11"/>
    <p:sldId id="272" r:id="rId12"/>
    <p:sldId id="273" r:id="rId13"/>
    <p:sldId id="274" r:id="rId14"/>
    <p:sldId id="275" r:id="rId15"/>
    <p:sldId id="276" r:id="rId16"/>
    <p:sldId id="277" r:id="rId17"/>
    <p:sldId id="278" r:id="rId18"/>
    <p:sldId id="279" r:id="rId19"/>
    <p:sldId id="288" r:id="rId20"/>
    <p:sldId id="29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6AEC35-1C36-4456-A8D6-2C490D213593}" v="46" dt="2021-07-25T13:23:30.1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2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oy vaughn" userId="eb13a8797f75bf12" providerId="LiveId" clId="{516AEC35-1C36-4456-A8D6-2C490D213593}"/>
    <pc:docChg chg="undo custSel addSld modSld sldOrd">
      <pc:chgData name="troy vaughn" userId="eb13a8797f75bf12" providerId="LiveId" clId="{516AEC35-1C36-4456-A8D6-2C490D213593}" dt="2021-07-25T13:25:26.949" v="8411" actId="5793"/>
      <pc:docMkLst>
        <pc:docMk/>
      </pc:docMkLst>
      <pc:sldChg chg="modSp mod">
        <pc:chgData name="troy vaughn" userId="eb13a8797f75bf12" providerId="LiveId" clId="{516AEC35-1C36-4456-A8D6-2C490D213593}" dt="2021-07-25T08:02:27.440" v="3360" actId="27636"/>
        <pc:sldMkLst>
          <pc:docMk/>
          <pc:sldMk cId="2914377975" sldId="257"/>
        </pc:sldMkLst>
        <pc:spChg chg="mod">
          <ac:chgData name="troy vaughn" userId="eb13a8797f75bf12" providerId="LiveId" clId="{516AEC35-1C36-4456-A8D6-2C490D213593}" dt="2021-07-25T08:02:27.440" v="3360" actId="27636"/>
          <ac:spMkLst>
            <pc:docMk/>
            <pc:sldMk cId="2914377975" sldId="257"/>
            <ac:spMk id="3" creationId="{25976470-1613-4811-922E-833B31F02E19}"/>
          </ac:spMkLst>
        </pc:spChg>
      </pc:sldChg>
      <pc:sldChg chg="modSp mod">
        <pc:chgData name="troy vaughn" userId="eb13a8797f75bf12" providerId="LiveId" clId="{516AEC35-1C36-4456-A8D6-2C490D213593}" dt="2021-07-25T07:56:09.883" v="2975" actId="20577"/>
        <pc:sldMkLst>
          <pc:docMk/>
          <pc:sldMk cId="3805984066" sldId="258"/>
        </pc:sldMkLst>
        <pc:spChg chg="mod">
          <ac:chgData name="troy vaughn" userId="eb13a8797f75bf12" providerId="LiveId" clId="{516AEC35-1C36-4456-A8D6-2C490D213593}" dt="2021-07-25T07:56:09.883" v="2975" actId="20577"/>
          <ac:spMkLst>
            <pc:docMk/>
            <pc:sldMk cId="3805984066" sldId="258"/>
            <ac:spMk id="3" creationId="{C6B8CECF-450D-4E09-B358-C840BA228AFB}"/>
          </ac:spMkLst>
        </pc:spChg>
      </pc:sldChg>
      <pc:sldChg chg="addSp delSp modSp mod setBg setClrOvrMap">
        <pc:chgData name="troy vaughn" userId="eb13a8797f75bf12" providerId="LiveId" clId="{516AEC35-1C36-4456-A8D6-2C490D213593}" dt="2021-07-25T12:57:07.070" v="7080" actId="20577"/>
        <pc:sldMkLst>
          <pc:docMk/>
          <pc:sldMk cId="2691748776" sldId="261"/>
        </pc:sldMkLst>
        <pc:spChg chg="mod">
          <ac:chgData name="troy vaughn" userId="eb13a8797f75bf12" providerId="LiveId" clId="{516AEC35-1C36-4456-A8D6-2C490D213593}" dt="2021-07-25T06:41:30.690" v="255" actId="26606"/>
          <ac:spMkLst>
            <pc:docMk/>
            <pc:sldMk cId="2691748776" sldId="261"/>
            <ac:spMk id="2" creationId="{9913A79C-5010-4763-BBFD-FE288C16F7AE}"/>
          </ac:spMkLst>
        </pc:spChg>
        <pc:spChg chg="mod ord">
          <ac:chgData name="troy vaughn" userId="eb13a8797f75bf12" providerId="LiveId" clId="{516AEC35-1C36-4456-A8D6-2C490D213593}" dt="2021-07-25T12:57:07.070" v="7080" actId="20577"/>
          <ac:spMkLst>
            <pc:docMk/>
            <pc:sldMk cId="2691748776" sldId="261"/>
            <ac:spMk id="3" creationId="{1F4FD7F1-5DDF-4E63-ADEE-E91CB94DC144}"/>
          </ac:spMkLst>
        </pc:spChg>
        <pc:spChg chg="add del">
          <ac:chgData name="troy vaughn" userId="eb13a8797f75bf12" providerId="LiveId" clId="{516AEC35-1C36-4456-A8D6-2C490D213593}" dt="2021-07-25T06:41:30.690" v="255" actId="26606"/>
          <ac:spMkLst>
            <pc:docMk/>
            <pc:sldMk cId="2691748776" sldId="261"/>
            <ac:spMk id="71" creationId="{6697F791-5FFA-4164-899F-EB52EA72B024}"/>
          </ac:spMkLst>
        </pc:spChg>
        <pc:spChg chg="add del">
          <ac:chgData name="troy vaughn" userId="eb13a8797f75bf12" providerId="LiveId" clId="{516AEC35-1C36-4456-A8D6-2C490D213593}" dt="2021-07-25T06:41:30.690" v="255" actId="26606"/>
          <ac:spMkLst>
            <pc:docMk/>
            <pc:sldMk cId="2691748776" sldId="261"/>
            <ac:spMk id="75" creationId="{B773AB25-A422-41AA-9737-5E04C1966DE1}"/>
          </ac:spMkLst>
        </pc:spChg>
        <pc:spChg chg="add">
          <ac:chgData name="troy vaughn" userId="eb13a8797f75bf12" providerId="LiveId" clId="{516AEC35-1C36-4456-A8D6-2C490D213593}" dt="2021-07-25T06:45:19.713" v="481" actId="26606"/>
          <ac:spMkLst>
            <pc:docMk/>
            <pc:sldMk cId="2691748776" sldId="261"/>
            <ac:spMk id="116" creationId="{3CBA50DB-DBC7-4B6E-B3C1-8FF1EA519791}"/>
          </ac:spMkLst>
        </pc:spChg>
        <pc:spChg chg="add del">
          <ac:chgData name="troy vaughn" userId="eb13a8797f75bf12" providerId="LiveId" clId="{516AEC35-1C36-4456-A8D6-2C490D213593}" dt="2021-07-25T06:45:19.713" v="481" actId="26606"/>
          <ac:spMkLst>
            <pc:docMk/>
            <pc:sldMk cId="2691748776" sldId="261"/>
            <ac:spMk id="135" creationId="{3CBA50DB-DBC7-4B6E-B3C1-8FF1EA519791}"/>
          </ac:spMkLst>
        </pc:spChg>
        <pc:spChg chg="add del">
          <ac:chgData name="troy vaughn" userId="eb13a8797f75bf12" providerId="LiveId" clId="{516AEC35-1C36-4456-A8D6-2C490D213593}" dt="2021-07-25T06:45:19.713" v="481" actId="26606"/>
          <ac:spMkLst>
            <pc:docMk/>
            <pc:sldMk cId="2691748776" sldId="261"/>
            <ac:spMk id="180" creationId="{A1351C6B-7343-451F-AB4A-1CE294A4E927}"/>
          </ac:spMkLst>
        </pc:spChg>
        <pc:spChg chg="add">
          <ac:chgData name="troy vaughn" userId="eb13a8797f75bf12" providerId="LiveId" clId="{516AEC35-1C36-4456-A8D6-2C490D213593}" dt="2021-07-25T06:45:19.713" v="481" actId="26606"/>
          <ac:spMkLst>
            <pc:docMk/>
            <pc:sldMk cId="2691748776" sldId="261"/>
            <ac:spMk id="202" creationId="{A1351C6B-7343-451F-AB4A-1CE294A4E927}"/>
          </ac:spMkLst>
        </pc:spChg>
        <pc:grpChg chg="add del">
          <ac:chgData name="troy vaughn" userId="eb13a8797f75bf12" providerId="LiveId" clId="{516AEC35-1C36-4456-A8D6-2C490D213593}" dt="2021-07-25T06:41:30.690" v="255" actId="26606"/>
          <ac:grpSpMkLst>
            <pc:docMk/>
            <pc:sldMk cId="2691748776" sldId="261"/>
            <ac:grpSpMk id="79" creationId="{6AD0D387-1584-4477-B5F8-52B50D4F2205}"/>
          </ac:grpSpMkLst>
        </pc:grpChg>
        <pc:grpChg chg="add">
          <ac:chgData name="troy vaughn" userId="eb13a8797f75bf12" providerId="LiveId" clId="{516AEC35-1C36-4456-A8D6-2C490D213593}" dt="2021-07-25T06:45:19.713" v="481" actId="26606"/>
          <ac:grpSpMkLst>
            <pc:docMk/>
            <pc:sldMk cId="2691748776" sldId="261"/>
            <ac:grpSpMk id="118" creationId="{1DED8FB6-AF8D-4D98-913D-E6486FEC1021}"/>
          </ac:grpSpMkLst>
        </pc:grpChg>
        <pc:grpChg chg="add del">
          <ac:chgData name="troy vaughn" userId="eb13a8797f75bf12" providerId="LiveId" clId="{516AEC35-1C36-4456-A8D6-2C490D213593}" dt="2021-07-25T06:45:19.713" v="481" actId="26606"/>
          <ac:grpSpMkLst>
            <pc:docMk/>
            <pc:sldMk cId="2691748776" sldId="261"/>
            <ac:grpSpMk id="137" creationId="{1DED8FB6-AF8D-4D98-913D-E6486FEC1021}"/>
          </ac:grpSpMkLst>
        </pc:grpChg>
        <pc:picChg chg="add del">
          <ac:chgData name="troy vaughn" userId="eb13a8797f75bf12" providerId="LiveId" clId="{516AEC35-1C36-4456-A8D6-2C490D213593}" dt="2021-07-25T06:41:30.690" v="255" actId="26606"/>
          <ac:picMkLst>
            <pc:docMk/>
            <pc:sldMk cId="2691748776" sldId="261"/>
            <ac:picMk id="73" creationId="{4E28A1A9-FB81-4816-AAEA-C3B430946951}"/>
          </ac:picMkLst>
        </pc:picChg>
        <pc:picChg chg="add del">
          <ac:chgData name="troy vaughn" userId="eb13a8797f75bf12" providerId="LiveId" clId="{516AEC35-1C36-4456-A8D6-2C490D213593}" dt="2021-07-25T06:41:30.690" v="255" actId="26606"/>
          <ac:picMkLst>
            <pc:docMk/>
            <pc:sldMk cId="2691748776" sldId="261"/>
            <ac:picMk id="77" creationId="{AF0552B8-DE8C-40DF-B29F-1728E6A10619}"/>
          </ac:picMkLst>
        </pc:picChg>
        <pc:picChg chg="add del">
          <ac:chgData name="troy vaughn" userId="eb13a8797f75bf12" providerId="LiveId" clId="{516AEC35-1C36-4456-A8D6-2C490D213593}" dt="2021-07-25T06:45:19.713" v="481" actId="26606"/>
          <ac:picMkLst>
            <pc:docMk/>
            <pc:sldMk cId="2691748776" sldId="261"/>
            <ac:picMk id="178" creationId="{5B3DE270-418F-47A7-B311-C4D876041DC6}"/>
          </ac:picMkLst>
        </pc:picChg>
        <pc:picChg chg="add">
          <ac:chgData name="troy vaughn" userId="eb13a8797f75bf12" providerId="LiveId" clId="{516AEC35-1C36-4456-A8D6-2C490D213593}" dt="2021-07-25T06:45:19.713" v="481" actId="26606"/>
          <ac:picMkLst>
            <pc:docMk/>
            <pc:sldMk cId="2691748776" sldId="261"/>
            <ac:picMk id="201" creationId="{5B3DE270-418F-47A7-B311-C4D876041DC6}"/>
          </ac:picMkLst>
        </pc:picChg>
        <pc:picChg chg="add del mod">
          <ac:chgData name="troy vaughn" userId="eb13a8797f75bf12" providerId="LiveId" clId="{516AEC35-1C36-4456-A8D6-2C490D213593}" dt="2021-07-25T06:45:16.086" v="479" actId="478"/>
          <ac:picMkLst>
            <pc:docMk/>
            <pc:sldMk cId="2691748776" sldId="261"/>
            <ac:picMk id="4098" creationId="{A17E7C91-A402-40EE-9288-8875D12F11AB}"/>
          </ac:picMkLst>
        </pc:picChg>
        <pc:picChg chg="add mod">
          <ac:chgData name="troy vaughn" userId="eb13a8797f75bf12" providerId="LiveId" clId="{516AEC35-1C36-4456-A8D6-2C490D213593}" dt="2021-07-25T06:45:19.713" v="481" actId="26606"/>
          <ac:picMkLst>
            <pc:docMk/>
            <pc:sldMk cId="2691748776" sldId="261"/>
            <ac:picMk id="4100" creationId="{69F5E299-F60D-4569-B615-9214AAE1F03B}"/>
          </ac:picMkLst>
        </pc:picChg>
      </pc:sldChg>
      <pc:sldChg chg="addSp delSp modSp new mod setBg setClrOvrMap">
        <pc:chgData name="troy vaughn" userId="eb13a8797f75bf12" providerId="LiveId" clId="{516AEC35-1C36-4456-A8D6-2C490D213593}" dt="2021-07-25T07:57:36.484" v="2995" actId="14100"/>
        <pc:sldMkLst>
          <pc:docMk/>
          <pc:sldMk cId="750210397" sldId="263"/>
        </pc:sldMkLst>
        <pc:spChg chg="mod">
          <ac:chgData name="troy vaughn" userId="eb13a8797f75bf12" providerId="LiveId" clId="{516AEC35-1C36-4456-A8D6-2C490D213593}" dt="2021-07-25T06:53:00.550" v="487" actId="26606"/>
          <ac:spMkLst>
            <pc:docMk/>
            <pc:sldMk cId="750210397" sldId="263"/>
            <ac:spMk id="2" creationId="{EB26F6E9-516B-4967-A259-A0712982D9DC}"/>
          </ac:spMkLst>
        </pc:spChg>
        <pc:spChg chg="mod">
          <ac:chgData name="troy vaughn" userId="eb13a8797f75bf12" providerId="LiveId" clId="{516AEC35-1C36-4456-A8D6-2C490D213593}" dt="2021-07-25T07:57:36.484" v="2995" actId="14100"/>
          <ac:spMkLst>
            <pc:docMk/>
            <pc:sldMk cId="750210397" sldId="263"/>
            <ac:spMk id="3" creationId="{EF2E9BAC-F986-4C25-96FB-AB188937F059}"/>
          </ac:spMkLst>
        </pc:spChg>
        <pc:spChg chg="add del">
          <ac:chgData name="troy vaughn" userId="eb13a8797f75bf12" providerId="LiveId" clId="{516AEC35-1C36-4456-A8D6-2C490D213593}" dt="2021-07-25T06:53:00.522" v="486" actId="26606"/>
          <ac:spMkLst>
            <pc:docMk/>
            <pc:sldMk cId="750210397" sldId="263"/>
            <ac:spMk id="9" creationId="{6697F791-5FFA-4164-899F-EB52EA72B024}"/>
          </ac:spMkLst>
        </pc:spChg>
        <pc:spChg chg="add del">
          <ac:chgData name="troy vaughn" userId="eb13a8797f75bf12" providerId="LiveId" clId="{516AEC35-1C36-4456-A8D6-2C490D213593}" dt="2021-07-25T06:53:00.522" v="486" actId="26606"/>
          <ac:spMkLst>
            <pc:docMk/>
            <pc:sldMk cId="750210397" sldId="263"/>
            <ac:spMk id="13" creationId="{B773AB25-A422-41AA-9737-5E04C1966DE1}"/>
          </ac:spMkLst>
        </pc:spChg>
        <pc:spChg chg="add">
          <ac:chgData name="troy vaughn" userId="eb13a8797f75bf12" providerId="LiveId" clId="{516AEC35-1C36-4456-A8D6-2C490D213593}" dt="2021-07-25T06:53:00.550" v="487" actId="26606"/>
          <ac:spMkLst>
            <pc:docMk/>
            <pc:sldMk cId="750210397" sldId="263"/>
            <ac:spMk id="46" creationId="{C2E4E997-8672-4FFD-B8EC-9932A8E4714B}"/>
          </ac:spMkLst>
        </pc:spChg>
        <pc:grpChg chg="add del">
          <ac:chgData name="troy vaughn" userId="eb13a8797f75bf12" providerId="LiveId" clId="{516AEC35-1C36-4456-A8D6-2C490D213593}" dt="2021-07-25T06:53:00.522" v="486" actId="26606"/>
          <ac:grpSpMkLst>
            <pc:docMk/>
            <pc:sldMk cId="750210397" sldId="263"/>
            <ac:grpSpMk id="17" creationId="{6AD0D387-1584-4477-B5F8-52B50D4F2205}"/>
          </ac:grpSpMkLst>
        </pc:grpChg>
        <pc:grpChg chg="add">
          <ac:chgData name="troy vaughn" userId="eb13a8797f75bf12" providerId="LiveId" clId="{516AEC35-1C36-4456-A8D6-2C490D213593}" dt="2021-07-25T06:53:00.550" v="487" actId="26606"/>
          <ac:grpSpMkLst>
            <pc:docMk/>
            <pc:sldMk cId="750210397" sldId="263"/>
            <ac:grpSpMk id="48" creationId="{453E4DEE-E996-40F8-8635-0FF43D7348F9}"/>
          </ac:grpSpMkLst>
        </pc:grpChg>
        <pc:picChg chg="add mod">
          <ac:chgData name="troy vaughn" userId="eb13a8797f75bf12" providerId="LiveId" clId="{516AEC35-1C36-4456-A8D6-2C490D213593}" dt="2021-07-25T06:54:35.625" v="503" actId="1076"/>
          <ac:picMkLst>
            <pc:docMk/>
            <pc:sldMk cId="750210397" sldId="263"/>
            <ac:picMk id="4" creationId="{295E72C8-CE00-47B5-AFFA-8BA802A38B5F}"/>
          </ac:picMkLst>
        </pc:picChg>
        <pc:picChg chg="add del">
          <ac:chgData name="troy vaughn" userId="eb13a8797f75bf12" providerId="LiveId" clId="{516AEC35-1C36-4456-A8D6-2C490D213593}" dt="2021-07-25T06:53:00.522" v="486" actId="26606"/>
          <ac:picMkLst>
            <pc:docMk/>
            <pc:sldMk cId="750210397" sldId="263"/>
            <ac:picMk id="11" creationId="{4E28A1A9-FB81-4816-AAEA-C3B430946951}"/>
          </ac:picMkLst>
        </pc:picChg>
        <pc:picChg chg="add del">
          <ac:chgData name="troy vaughn" userId="eb13a8797f75bf12" providerId="LiveId" clId="{516AEC35-1C36-4456-A8D6-2C490D213593}" dt="2021-07-25T06:53:00.522" v="486" actId="26606"/>
          <ac:picMkLst>
            <pc:docMk/>
            <pc:sldMk cId="750210397" sldId="263"/>
            <ac:picMk id="15" creationId="{AF0552B8-DE8C-40DF-B29F-1728E6A10619}"/>
          </ac:picMkLst>
        </pc:picChg>
        <pc:picChg chg="add">
          <ac:chgData name="troy vaughn" userId="eb13a8797f75bf12" providerId="LiveId" clId="{516AEC35-1C36-4456-A8D6-2C490D213593}" dt="2021-07-25T06:53:00.550" v="487" actId="26606"/>
          <ac:picMkLst>
            <pc:docMk/>
            <pc:sldMk cId="750210397" sldId="263"/>
            <ac:picMk id="47" creationId="{FE6BA9E6-1D9E-4D30-B528-D49FA1342E4E}"/>
          </ac:picMkLst>
        </pc:picChg>
      </pc:sldChg>
      <pc:sldChg chg="addSp delSp modSp add mod ord setBg setClrOvrMap">
        <pc:chgData name="troy vaughn" userId="eb13a8797f75bf12" providerId="LiveId" clId="{516AEC35-1C36-4456-A8D6-2C490D213593}" dt="2021-07-25T12:57:41.343" v="7086" actId="14100"/>
        <pc:sldMkLst>
          <pc:docMk/>
          <pc:sldMk cId="3300809696" sldId="264"/>
        </pc:sldMkLst>
        <pc:spChg chg="mod">
          <ac:chgData name="troy vaughn" userId="eb13a8797f75bf12" providerId="LiveId" clId="{516AEC35-1C36-4456-A8D6-2C490D213593}" dt="2021-07-25T07:57:55.340" v="2996" actId="26606"/>
          <ac:spMkLst>
            <pc:docMk/>
            <pc:sldMk cId="3300809696" sldId="264"/>
            <ac:spMk id="2" creationId="{EB26F6E9-516B-4967-A259-A0712982D9DC}"/>
          </ac:spMkLst>
        </pc:spChg>
        <pc:spChg chg="mod ord">
          <ac:chgData name="troy vaughn" userId="eb13a8797f75bf12" providerId="LiveId" clId="{516AEC35-1C36-4456-A8D6-2C490D213593}" dt="2021-07-25T12:57:38.947" v="7085" actId="27636"/>
          <ac:spMkLst>
            <pc:docMk/>
            <pc:sldMk cId="3300809696" sldId="264"/>
            <ac:spMk id="3" creationId="{EF2E9BAC-F986-4C25-96FB-AB188937F059}"/>
          </ac:spMkLst>
        </pc:spChg>
        <pc:spChg chg="del">
          <ac:chgData name="troy vaughn" userId="eb13a8797f75bf12" providerId="LiveId" clId="{516AEC35-1C36-4456-A8D6-2C490D213593}" dt="2021-07-25T07:03:45.131" v="764" actId="26606"/>
          <ac:spMkLst>
            <pc:docMk/>
            <pc:sldMk cId="3300809696" sldId="264"/>
            <ac:spMk id="46" creationId="{C2E4E997-8672-4FFD-B8EC-9932A8E4714B}"/>
          </ac:spMkLst>
        </pc:spChg>
        <pc:spChg chg="add del">
          <ac:chgData name="troy vaughn" userId="eb13a8797f75bf12" providerId="LiveId" clId="{516AEC35-1C36-4456-A8D6-2C490D213593}" dt="2021-07-25T07:57:55.340" v="2996" actId="26606"/>
          <ac:spMkLst>
            <pc:docMk/>
            <pc:sldMk cId="3300809696" sldId="264"/>
            <ac:spMk id="55" creationId="{3CBA50DB-DBC7-4B6E-B3C1-8FF1EA519791}"/>
          </ac:spMkLst>
        </pc:spChg>
        <pc:spChg chg="add del">
          <ac:chgData name="troy vaughn" userId="eb13a8797f75bf12" providerId="LiveId" clId="{516AEC35-1C36-4456-A8D6-2C490D213593}" dt="2021-07-25T07:57:55.340" v="2996" actId="26606"/>
          <ac:spMkLst>
            <pc:docMk/>
            <pc:sldMk cId="3300809696" sldId="264"/>
            <ac:spMk id="100" creationId="{A1351C6B-7343-451F-AB4A-1CE294A4E927}"/>
          </ac:spMkLst>
        </pc:spChg>
        <pc:spChg chg="add">
          <ac:chgData name="troy vaughn" userId="eb13a8797f75bf12" providerId="LiveId" clId="{516AEC35-1C36-4456-A8D6-2C490D213593}" dt="2021-07-25T07:57:55.340" v="2996" actId="26606"/>
          <ac:spMkLst>
            <pc:docMk/>
            <pc:sldMk cId="3300809696" sldId="264"/>
            <ac:spMk id="105" creationId="{C2E4E997-8672-4FFD-B8EC-9932A8E4714B}"/>
          </ac:spMkLst>
        </pc:spChg>
        <pc:grpChg chg="del">
          <ac:chgData name="troy vaughn" userId="eb13a8797f75bf12" providerId="LiveId" clId="{516AEC35-1C36-4456-A8D6-2C490D213593}" dt="2021-07-25T07:03:45.131" v="764" actId="26606"/>
          <ac:grpSpMkLst>
            <pc:docMk/>
            <pc:sldMk cId="3300809696" sldId="264"/>
            <ac:grpSpMk id="48" creationId="{453E4DEE-E996-40F8-8635-0FF43D7348F9}"/>
          </ac:grpSpMkLst>
        </pc:grpChg>
        <pc:grpChg chg="add del">
          <ac:chgData name="troy vaughn" userId="eb13a8797f75bf12" providerId="LiveId" clId="{516AEC35-1C36-4456-A8D6-2C490D213593}" dt="2021-07-25T07:57:55.340" v="2996" actId="26606"/>
          <ac:grpSpMkLst>
            <pc:docMk/>
            <pc:sldMk cId="3300809696" sldId="264"/>
            <ac:grpSpMk id="57" creationId="{1DED8FB6-AF8D-4D98-913D-E6486FEC1021}"/>
          </ac:grpSpMkLst>
        </pc:grpChg>
        <pc:grpChg chg="add">
          <ac:chgData name="troy vaughn" userId="eb13a8797f75bf12" providerId="LiveId" clId="{516AEC35-1C36-4456-A8D6-2C490D213593}" dt="2021-07-25T07:57:55.340" v="2996" actId="26606"/>
          <ac:grpSpMkLst>
            <pc:docMk/>
            <pc:sldMk cId="3300809696" sldId="264"/>
            <ac:grpSpMk id="109" creationId="{453E4DEE-E996-40F8-8635-0FF43D7348F9}"/>
          </ac:grpSpMkLst>
        </pc:grpChg>
        <pc:picChg chg="del">
          <ac:chgData name="troy vaughn" userId="eb13a8797f75bf12" providerId="LiveId" clId="{516AEC35-1C36-4456-A8D6-2C490D213593}" dt="2021-07-25T07:03:36.304" v="762" actId="478"/>
          <ac:picMkLst>
            <pc:docMk/>
            <pc:sldMk cId="3300809696" sldId="264"/>
            <ac:picMk id="4" creationId="{295E72C8-CE00-47B5-AFFA-8BA802A38B5F}"/>
          </ac:picMkLst>
        </pc:picChg>
        <pc:picChg chg="add mod ord">
          <ac:chgData name="troy vaughn" userId="eb13a8797f75bf12" providerId="LiveId" clId="{516AEC35-1C36-4456-A8D6-2C490D213593}" dt="2021-07-25T12:57:41.343" v="7086" actId="14100"/>
          <ac:picMkLst>
            <pc:docMk/>
            <pc:sldMk cId="3300809696" sldId="264"/>
            <ac:picMk id="5" creationId="{082F676E-4392-4D37-A292-A88F398A4663}"/>
          </ac:picMkLst>
        </pc:picChg>
        <pc:picChg chg="del">
          <ac:chgData name="troy vaughn" userId="eb13a8797f75bf12" providerId="LiveId" clId="{516AEC35-1C36-4456-A8D6-2C490D213593}" dt="2021-07-25T07:03:45.131" v="764" actId="26606"/>
          <ac:picMkLst>
            <pc:docMk/>
            <pc:sldMk cId="3300809696" sldId="264"/>
            <ac:picMk id="47" creationId="{FE6BA9E6-1D9E-4D30-B528-D49FA1342E4E}"/>
          </ac:picMkLst>
        </pc:picChg>
        <pc:picChg chg="add del">
          <ac:chgData name="troy vaughn" userId="eb13a8797f75bf12" providerId="LiveId" clId="{516AEC35-1C36-4456-A8D6-2C490D213593}" dt="2021-07-25T07:57:55.340" v="2996" actId="26606"/>
          <ac:picMkLst>
            <pc:docMk/>
            <pc:sldMk cId="3300809696" sldId="264"/>
            <ac:picMk id="98" creationId="{5B3DE270-418F-47A7-B311-C4D876041DC6}"/>
          </ac:picMkLst>
        </pc:picChg>
        <pc:picChg chg="add">
          <ac:chgData name="troy vaughn" userId="eb13a8797f75bf12" providerId="LiveId" clId="{516AEC35-1C36-4456-A8D6-2C490D213593}" dt="2021-07-25T07:57:55.340" v="2996" actId="26606"/>
          <ac:picMkLst>
            <pc:docMk/>
            <pc:sldMk cId="3300809696" sldId="264"/>
            <ac:picMk id="107" creationId="{FE6BA9E6-1D9E-4D30-B528-D49FA1342E4E}"/>
          </ac:picMkLst>
        </pc:picChg>
      </pc:sldChg>
      <pc:sldChg chg="addSp delSp modSp add mod">
        <pc:chgData name="troy vaughn" userId="eb13a8797f75bf12" providerId="LiveId" clId="{516AEC35-1C36-4456-A8D6-2C490D213593}" dt="2021-07-25T12:58:12.014" v="7089" actId="207"/>
        <pc:sldMkLst>
          <pc:docMk/>
          <pc:sldMk cId="3843571080" sldId="265"/>
        </pc:sldMkLst>
        <pc:spChg chg="mod">
          <ac:chgData name="troy vaughn" userId="eb13a8797f75bf12" providerId="LiveId" clId="{516AEC35-1C36-4456-A8D6-2C490D213593}" dt="2021-07-25T07:20:53.036" v="1689" actId="14100"/>
          <ac:spMkLst>
            <pc:docMk/>
            <pc:sldMk cId="3843571080" sldId="265"/>
            <ac:spMk id="2" creationId="{EB26F6E9-516B-4967-A259-A0712982D9DC}"/>
          </ac:spMkLst>
        </pc:spChg>
        <pc:spChg chg="mod ord">
          <ac:chgData name="troy vaughn" userId="eb13a8797f75bf12" providerId="LiveId" clId="{516AEC35-1C36-4456-A8D6-2C490D213593}" dt="2021-07-25T07:20:59.507" v="1692" actId="27636"/>
          <ac:spMkLst>
            <pc:docMk/>
            <pc:sldMk cId="3843571080" sldId="265"/>
            <ac:spMk id="3" creationId="{EF2E9BAC-F986-4C25-96FB-AB188937F059}"/>
          </ac:spMkLst>
        </pc:spChg>
        <pc:spChg chg="add mod">
          <ac:chgData name="troy vaughn" userId="eb13a8797f75bf12" providerId="LiveId" clId="{516AEC35-1C36-4456-A8D6-2C490D213593}" dt="2021-07-25T12:58:12.014" v="7089" actId="207"/>
          <ac:spMkLst>
            <pc:docMk/>
            <pc:sldMk cId="3843571080" sldId="265"/>
            <ac:spMk id="6" creationId="{686A4DD2-676C-41EC-81AB-34F65360576F}"/>
          </ac:spMkLst>
        </pc:spChg>
        <pc:spChg chg="del">
          <ac:chgData name="troy vaughn" userId="eb13a8797f75bf12" providerId="LiveId" clId="{516AEC35-1C36-4456-A8D6-2C490D213593}" dt="2021-07-25T07:08:18.332" v="771" actId="26606"/>
          <ac:spMkLst>
            <pc:docMk/>
            <pc:sldMk cId="3843571080" sldId="265"/>
            <ac:spMk id="55" creationId="{3CBA50DB-DBC7-4B6E-B3C1-8FF1EA519791}"/>
          </ac:spMkLst>
        </pc:spChg>
        <pc:spChg chg="del">
          <ac:chgData name="troy vaughn" userId="eb13a8797f75bf12" providerId="LiveId" clId="{516AEC35-1C36-4456-A8D6-2C490D213593}" dt="2021-07-25T07:08:18.332" v="771" actId="26606"/>
          <ac:spMkLst>
            <pc:docMk/>
            <pc:sldMk cId="3843571080" sldId="265"/>
            <ac:spMk id="100" creationId="{A1351C6B-7343-451F-AB4A-1CE294A4E927}"/>
          </ac:spMkLst>
        </pc:spChg>
        <pc:spChg chg="add">
          <ac:chgData name="troy vaughn" userId="eb13a8797f75bf12" providerId="LiveId" clId="{516AEC35-1C36-4456-A8D6-2C490D213593}" dt="2021-07-25T07:08:18.332" v="771" actId="26606"/>
          <ac:spMkLst>
            <pc:docMk/>
            <pc:sldMk cId="3843571080" sldId="265"/>
            <ac:spMk id="105" creationId="{3CBA50DB-DBC7-4B6E-B3C1-8FF1EA519791}"/>
          </ac:spMkLst>
        </pc:spChg>
        <pc:spChg chg="add">
          <ac:chgData name="troy vaughn" userId="eb13a8797f75bf12" providerId="LiveId" clId="{516AEC35-1C36-4456-A8D6-2C490D213593}" dt="2021-07-25T07:08:18.332" v="771" actId="26606"/>
          <ac:spMkLst>
            <pc:docMk/>
            <pc:sldMk cId="3843571080" sldId="265"/>
            <ac:spMk id="150" creationId="{A1351C6B-7343-451F-AB4A-1CE294A4E927}"/>
          </ac:spMkLst>
        </pc:spChg>
        <pc:grpChg chg="del">
          <ac:chgData name="troy vaughn" userId="eb13a8797f75bf12" providerId="LiveId" clId="{516AEC35-1C36-4456-A8D6-2C490D213593}" dt="2021-07-25T07:08:18.332" v="771" actId="26606"/>
          <ac:grpSpMkLst>
            <pc:docMk/>
            <pc:sldMk cId="3843571080" sldId="265"/>
            <ac:grpSpMk id="57" creationId="{1DED8FB6-AF8D-4D98-913D-E6486FEC1021}"/>
          </ac:grpSpMkLst>
        </pc:grpChg>
        <pc:grpChg chg="add">
          <ac:chgData name="troy vaughn" userId="eb13a8797f75bf12" providerId="LiveId" clId="{516AEC35-1C36-4456-A8D6-2C490D213593}" dt="2021-07-25T07:08:18.332" v="771" actId="26606"/>
          <ac:grpSpMkLst>
            <pc:docMk/>
            <pc:sldMk cId="3843571080" sldId="265"/>
            <ac:grpSpMk id="107" creationId="{1DED8FB6-AF8D-4D98-913D-E6486FEC1021}"/>
          </ac:grpSpMkLst>
        </pc:grpChg>
        <pc:picChg chg="add mod">
          <ac:chgData name="troy vaughn" userId="eb13a8797f75bf12" providerId="LiveId" clId="{516AEC35-1C36-4456-A8D6-2C490D213593}" dt="2021-07-25T07:08:38.347" v="773" actId="14100"/>
          <ac:picMkLst>
            <pc:docMk/>
            <pc:sldMk cId="3843571080" sldId="265"/>
            <ac:picMk id="4" creationId="{7EE8690B-293B-47E8-9033-CDD25A523C88}"/>
          </ac:picMkLst>
        </pc:picChg>
        <pc:picChg chg="del">
          <ac:chgData name="troy vaughn" userId="eb13a8797f75bf12" providerId="LiveId" clId="{516AEC35-1C36-4456-A8D6-2C490D213593}" dt="2021-07-25T07:08:14.212" v="769" actId="478"/>
          <ac:picMkLst>
            <pc:docMk/>
            <pc:sldMk cId="3843571080" sldId="265"/>
            <ac:picMk id="5" creationId="{082F676E-4392-4D37-A292-A88F398A4663}"/>
          </ac:picMkLst>
        </pc:picChg>
        <pc:picChg chg="del">
          <ac:chgData name="troy vaughn" userId="eb13a8797f75bf12" providerId="LiveId" clId="{516AEC35-1C36-4456-A8D6-2C490D213593}" dt="2021-07-25T07:08:18.332" v="771" actId="26606"/>
          <ac:picMkLst>
            <pc:docMk/>
            <pc:sldMk cId="3843571080" sldId="265"/>
            <ac:picMk id="98" creationId="{5B3DE270-418F-47A7-B311-C4D876041DC6}"/>
          </ac:picMkLst>
        </pc:picChg>
        <pc:picChg chg="add">
          <ac:chgData name="troy vaughn" userId="eb13a8797f75bf12" providerId="LiveId" clId="{516AEC35-1C36-4456-A8D6-2C490D213593}" dt="2021-07-25T07:08:18.332" v="771" actId="26606"/>
          <ac:picMkLst>
            <pc:docMk/>
            <pc:sldMk cId="3843571080" sldId="265"/>
            <ac:picMk id="148" creationId="{5B3DE270-418F-47A7-B311-C4D876041DC6}"/>
          </ac:picMkLst>
        </pc:picChg>
      </pc:sldChg>
      <pc:sldChg chg="addSp delSp modSp add mod ord">
        <pc:chgData name="troy vaughn" userId="eb13a8797f75bf12" providerId="LiveId" clId="{516AEC35-1C36-4456-A8D6-2C490D213593}" dt="2021-07-25T07:19:25.336" v="1615" actId="403"/>
        <pc:sldMkLst>
          <pc:docMk/>
          <pc:sldMk cId="1021559834" sldId="266"/>
        </pc:sldMkLst>
        <pc:spChg chg="mod">
          <ac:chgData name="troy vaughn" userId="eb13a8797f75bf12" providerId="LiveId" clId="{516AEC35-1C36-4456-A8D6-2C490D213593}" dt="2021-07-25T07:19:04.843" v="1605" actId="14100"/>
          <ac:spMkLst>
            <pc:docMk/>
            <pc:sldMk cId="1021559834" sldId="266"/>
            <ac:spMk id="2" creationId="{EB26F6E9-516B-4967-A259-A0712982D9DC}"/>
          </ac:spMkLst>
        </pc:spChg>
        <pc:spChg chg="mod ord">
          <ac:chgData name="troy vaughn" userId="eb13a8797f75bf12" providerId="LiveId" clId="{516AEC35-1C36-4456-A8D6-2C490D213593}" dt="2021-07-25T07:19:25.336" v="1615" actId="403"/>
          <ac:spMkLst>
            <pc:docMk/>
            <pc:sldMk cId="1021559834" sldId="266"/>
            <ac:spMk id="3" creationId="{EF2E9BAC-F986-4C25-96FB-AB188937F059}"/>
          </ac:spMkLst>
        </pc:spChg>
        <pc:spChg chg="del">
          <ac:chgData name="troy vaughn" userId="eb13a8797f75bf12" providerId="LiveId" clId="{516AEC35-1C36-4456-A8D6-2C490D213593}" dt="2021-07-25T07:14:16.794" v="1139" actId="26606"/>
          <ac:spMkLst>
            <pc:docMk/>
            <pc:sldMk cId="1021559834" sldId="266"/>
            <ac:spMk id="105" creationId="{3CBA50DB-DBC7-4B6E-B3C1-8FF1EA519791}"/>
          </ac:spMkLst>
        </pc:spChg>
        <pc:spChg chg="del">
          <ac:chgData name="troy vaughn" userId="eb13a8797f75bf12" providerId="LiveId" clId="{516AEC35-1C36-4456-A8D6-2C490D213593}" dt="2021-07-25T07:14:16.794" v="1139" actId="26606"/>
          <ac:spMkLst>
            <pc:docMk/>
            <pc:sldMk cId="1021559834" sldId="266"/>
            <ac:spMk id="150" creationId="{A1351C6B-7343-451F-AB4A-1CE294A4E927}"/>
          </ac:spMkLst>
        </pc:spChg>
        <pc:spChg chg="add">
          <ac:chgData name="troy vaughn" userId="eb13a8797f75bf12" providerId="LiveId" clId="{516AEC35-1C36-4456-A8D6-2C490D213593}" dt="2021-07-25T07:14:16.794" v="1139" actId="26606"/>
          <ac:spMkLst>
            <pc:docMk/>
            <pc:sldMk cId="1021559834" sldId="266"/>
            <ac:spMk id="155" creationId="{3CBA50DB-DBC7-4B6E-B3C1-8FF1EA519791}"/>
          </ac:spMkLst>
        </pc:spChg>
        <pc:spChg chg="add">
          <ac:chgData name="troy vaughn" userId="eb13a8797f75bf12" providerId="LiveId" clId="{516AEC35-1C36-4456-A8D6-2C490D213593}" dt="2021-07-25T07:14:16.794" v="1139" actId="26606"/>
          <ac:spMkLst>
            <pc:docMk/>
            <pc:sldMk cId="1021559834" sldId="266"/>
            <ac:spMk id="200" creationId="{A1351C6B-7343-451F-AB4A-1CE294A4E927}"/>
          </ac:spMkLst>
        </pc:spChg>
        <pc:grpChg chg="del">
          <ac:chgData name="troy vaughn" userId="eb13a8797f75bf12" providerId="LiveId" clId="{516AEC35-1C36-4456-A8D6-2C490D213593}" dt="2021-07-25T07:14:16.794" v="1139" actId="26606"/>
          <ac:grpSpMkLst>
            <pc:docMk/>
            <pc:sldMk cId="1021559834" sldId="266"/>
            <ac:grpSpMk id="107" creationId="{1DED8FB6-AF8D-4D98-913D-E6486FEC1021}"/>
          </ac:grpSpMkLst>
        </pc:grpChg>
        <pc:grpChg chg="add">
          <ac:chgData name="troy vaughn" userId="eb13a8797f75bf12" providerId="LiveId" clId="{516AEC35-1C36-4456-A8D6-2C490D213593}" dt="2021-07-25T07:14:16.794" v="1139" actId="26606"/>
          <ac:grpSpMkLst>
            <pc:docMk/>
            <pc:sldMk cId="1021559834" sldId="266"/>
            <ac:grpSpMk id="157" creationId="{1DED8FB6-AF8D-4D98-913D-E6486FEC1021}"/>
          </ac:grpSpMkLst>
        </pc:grpChg>
        <pc:picChg chg="del">
          <ac:chgData name="troy vaughn" userId="eb13a8797f75bf12" providerId="LiveId" clId="{516AEC35-1C36-4456-A8D6-2C490D213593}" dt="2021-07-25T07:14:12.952" v="1137" actId="478"/>
          <ac:picMkLst>
            <pc:docMk/>
            <pc:sldMk cId="1021559834" sldId="266"/>
            <ac:picMk id="4" creationId="{7EE8690B-293B-47E8-9033-CDD25A523C88}"/>
          </ac:picMkLst>
        </pc:picChg>
        <pc:picChg chg="add mod">
          <ac:chgData name="troy vaughn" userId="eb13a8797f75bf12" providerId="LiveId" clId="{516AEC35-1C36-4456-A8D6-2C490D213593}" dt="2021-07-25T07:14:16.794" v="1139" actId="26606"/>
          <ac:picMkLst>
            <pc:docMk/>
            <pc:sldMk cId="1021559834" sldId="266"/>
            <ac:picMk id="5" creationId="{7E7FCA51-1B39-4B5E-87C3-4E17D838BBEF}"/>
          </ac:picMkLst>
        </pc:picChg>
        <pc:picChg chg="add del">
          <ac:chgData name="troy vaughn" userId="eb13a8797f75bf12" providerId="LiveId" clId="{516AEC35-1C36-4456-A8D6-2C490D213593}" dt="2021-07-25T07:14:27.203" v="1141" actId="478"/>
          <ac:picMkLst>
            <pc:docMk/>
            <pc:sldMk cId="1021559834" sldId="266"/>
            <ac:picMk id="6" creationId="{7B2C2B2C-A71F-49B7-B826-EB53186A0A86}"/>
          </ac:picMkLst>
        </pc:picChg>
        <pc:picChg chg="del">
          <ac:chgData name="troy vaughn" userId="eb13a8797f75bf12" providerId="LiveId" clId="{516AEC35-1C36-4456-A8D6-2C490D213593}" dt="2021-07-25T07:14:16.794" v="1139" actId="26606"/>
          <ac:picMkLst>
            <pc:docMk/>
            <pc:sldMk cId="1021559834" sldId="266"/>
            <ac:picMk id="148" creationId="{5B3DE270-418F-47A7-B311-C4D876041DC6}"/>
          </ac:picMkLst>
        </pc:picChg>
        <pc:picChg chg="add">
          <ac:chgData name="troy vaughn" userId="eb13a8797f75bf12" providerId="LiveId" clId="{516AEC35-1C36-4456-A8D6-2C490D213593}" dt="2021-07-25T07:14:16.794" v="1139" actId="26606"/>
          <ac:picMkLst>
            <pc:docMk/>
            <pc:sldMk cId="1021559834" sldId="266"/>
            <ac:picMk id="198" creationId="{5B3DE270-418F-47A7-B311-C4D876041DC6}"/>
          </ac:picMkLst>
        </pc:picChg>
      </pc:sldChg>
      <pc:sldChg chg="addSp delSp modSp new mod setBg setClrOvrMap">
        <pc:chgData name="troy vaughn" userId="eb13a8797f75bf12" providerId="LiveId" clId="{516AEC35-1C36-4456-A8D6-2C490D213593}" dt="2021-07-25T13:00:10.266" v="7222" actId="20577"/>
        <pc:sldMkLst>
          <pc:docMk/>
          <pc:sldMk cId="2096967726" sldId="267"/>
        </pc:sldMkLst>
        <pc:spChg chg="mod">
          <ac:chgData name="troy vaughn" userId="eb13a8797f75bf12" providerId="LiveId" clId="{516AEC35-1C36-4456-A8D6-2C490D213593}" dt="2021-07-25T07:29:46.025" v="1976" actId="26606"/>
          <ac:spMkLst>
            <pc:docMk/>
            <pc:sldMk cId="2096967726" sldId="267"/>
            <ac:spMk id="2" creationId="{8A0BCD4F-1D87-4914-B238-A52CAA4B5F66}"/>
          </ac:spMkLst>
        </pc:spChg>
        <pc:spChg chg="mod">
          <ac:chgData name="troy vaughn" userId="eb13a8797f75bf12" providerId="LiveId" clId="{516AEC35-1C36-4456-A8D6-2C490D213593}" dt="2021-07-25T13:00:10.266" v="7222" actId="20577"/>
          <ac:spMkLst>
            <pc:docMk/>
            <pc:sldMk cId="2096967726" sldId="267"/>
            <ac:spMk id="3" creationId="{D9DCB949-EF4B-4496-A895-20BB113176D9}"/>
          </ac:spMkLst>
        </pc:spChg>
        <pc:spChg chg="add del">
          <ac:chgData name="troy vaughn" userId="eb13a8797f75bf12" providerId="LiveId" clId="{516AEC35-1C36-4456-A8D6-2C490D213593}" dt="2021-07-25T07:29:45.997" v="1975" actId="26606"/>
          <ac:spMkLst>
            <pc:docMk/>
            <pc:sldMk cId="2096967726" sldId="267"/>
            <ac:spMk id="9" creationId="{6697F791-5FFA-4164-899F-EB52EA72B024}"/>
          </ac:spMkLst>
        </pc:spChg>
        <pc:spChg chg="add del">
          <ac:chgData name="troy vaughn" userId="eb13a8797f75bf12" providerId="LiveId" clId="{516AEC35-1C36-4456-A8D6-2C490D213593}" dt="2021-07-25T07:29:45.997" v="1975" actId="26606"/>
          <ac:spMkLst>
            <pc:docMk/>
            <pc:sldMk cId="2096967726" sldId="267"/>
            <ac:spMk id="13" creationId="{B773AB25-A422-41AA-9737-5E04C1966DE1}"/>
          </ac:spMkLst>
        </pc:spChg>
        <pc:spChg chg="add">
          <ac:chgData name="troy vaughn" userId="eb13a8797f75bf12" providerId="LiveId" clId="{516AEC35-1C36-4456-A8D6-2C490D213593}" dt="2021-07-25T07:29:46.025" v="1976" actId="26606"/>
          <ac:spMkLst>
            <pc:docMk/>
            <pc:sldMk cId="2096967726" sldId="267"/>
            <ac:spMk id="46" creationId="{C2E4E997-8672-4FFD-B8EC-9932A8E4714B}"/>
          </ac:spMkLst>
        </pc:spChg>
        <pc:grpChg chg="add del">
          <ac:chgData name="troy vaughn" userId="eb13a8797f75bf12" providerId="LiveId" clId="{516AEC35-1C36-4456-A8D6-2C490D213593}" dt="2021-07-25T07:29:45.997" v="1975" actId="26606"/>
          <ac:grpSpMkLst>
            <pc:docMk/>
            <pc:sldMk cId="2096967726" sldId="267"/>
            <ac:grpSpMk id="17" creationId="{6AD0D387-1584-4477-B5F8-52B50D4F2205}"/>
          </ac:grpSpMkLst>
        </pc:grpChg>
        <pc:grpChg chg="add">
          <ac:chgData name="troy vaughn" userId="eb13a8797f75bf12" providerId="LiveId" clId="{516AEC35-1C36-4456-A8D6-2C490D213593}" dt="2021-07-25T07:29:46.025" v="1976" actId="26606"/>
          <ac:grpSpMkLst>
            <pc:docMk/>
            <pc:sldMk cId="2096967726" sldId="267"/>
            <ac:grpSpMk id="48" creationId="{453E4DEE-E996-40F8-8635-0FF43D7348F9}"/>
          </ac:grpSpMkLst>
        </pc:grpChg>
        <pc:picChg chg="add mod">
          <ac:chgData name="troy vaughn" userId="eb13a8797f75bf12" providerId="LiveId" clId="{516AEC35-1C36-4456-A8D6-2C490D213593}" dt="2021-07-25T07:29:46.025" v="1976" actId="26606"/>
          <ac:picMkLst>
            <pc:docMk/>
            <pc:sldMk cId="2096967726" sldId="267"/>
            <ac:picMk id="4" creationId="{E34D721E-6090-4E4F-9126-0778A8124F7D}"/>
          </ac:picMkLst>
        </pc:picChg>
        <pc:picChg chg="add del">
          <ac:chgData name="troy vaughn" userId="eb13a8797f75bf12" providerId="LiveId" clId="{516AEC35-1C36-4456-A8D6-2C490D213593}" dt="2021-07-25T07:29:45.997" v="1975" actId="26606"/>
          <ac:picMkLst>
            <pc:docMk/>
            <pc:sldMk cId="2096967726" sldId="267"/>
            <ac:picMk id="11" creationId="{4E28A1A9-FB81-4816-AAEA-C3B430946951}"/>
          </ac:picMkLst>
        </pc:picChg>
        <pc:picChg chg="add del">
          <ac:chgData name="troy vaughn" userId="eb13a8797f75bf12" providerId="LiveId" clId="{516AEC35-1C36-4456-A8D6-2C490D213593}" dt="2021-07-25T07:29:45.997" v="1975" actId="26606"/>
          <ac:picMkLst>
            <pc:docMk/>
            <pc:sldMk cId="2096967726" sldId="267"/>
            <ac:picMk id="15" creationId="{AF0552B8-DE8C-40DF-B29F-1728E6A10619}"/>
          </ac:picMkLst>
        </pc:picChg>
        <pc:picChg chg="add">
          <ac:chgData name="troy vaughn" userId="eb13a8797f75bf12" providerId="LiveId" clId="{516AEC35-1C36-4456-A8D6-2C490D213593}" dt="2021-07-25T07:29:46.025" v="1976" actId="26606"/>
          <ac:picMkLst>
            <pc:docMk/>
            <pc:sldMk cId="2096967726" sldId="267"/>
            <ac:picMk id="47" creationId="{FE6BA9E6-1D9E-4D30-B528-D49FA1342E4E}"/>
          </ac:picMkLst>
        </pc:picChg>
      </pc:sldChg>
      <pc:sldChg chg="addSp delSp modSp new mod setBg setClrOvrMap">
        <pc:chgData name="troy vaughn" userId="eb13a8797f75bf12" providerId="LiveId" clId="{516AEC35-1C36-4456-A8D6-2C490D213593}" dt="2021-07-25T07:43:18.345" v="2300" actId="20577"/>
        <pc:sldMkLst>
          <pc:docMk/>
          <pc:sldMk cId="4191069334" sldId="268"/>
        </pc:sldMkLst>
        <pc:spChg chg="mod">
          <ac:chgData name="troy vaughn" userId="eb13a8797f75bf12" providerId="LiveId" clId="{516AEC35-1C36-4456-A8D6-2C490D213593}" dt="2021-07-25T07:40:01.405" v="1995" actId="14100"/>
          <ac:spMkLst>
            <pc:docMk/>
            <pc:sldMk cId="4191069334" sldId="268"/>
            <ac:spMk id="2" creationId="{4EBE57C8-12CE-407F-B42B-17A23F497BBB}"/>
          </ac:spMkLst>
        </pc:spChg>
        <pc:spChg chg="del mod">
          <ac:chgData name="troy vaughn" userId="eb13a8797f75bf12" providerId="LiveId" clId="{516AEC35-1C36-4456-A8D6-2C490D213593}" dt="2021-07-25T07:38:47.332" v="1989"/>
          <ac:spMkLst>
            <pc:docMk/>
            <pc:sldMk cId="4191069334" sldId="268"/>
            <ac:spMk id="3" creationId="{00B6F442-8F88-452C-94EA-30E78ABCB2E3}"/>
          </ac:spMkLst>
        </pc:spChg>
        <pc:spChg chg="add mod ord">
          <ac:chgData name="troy vaughn" userId="eb13a8797f75bf12" providerId="LiveId" clId="{516AEC35-1C36-4456-A8D6-2C490D213593}" dt="2021-07-25T07:43:18.345" v="2300" actId="20577"/>
          <ac:spMkLst>
            <pc:docMk/>
            <pc:sldMk cId="4191069334" sldId="268"/>
            <ac:spMk id="8" creationId="{73466144-B1A5-4FFF-91E5-2A9311A34E71}"/>
          </ac:spMkLst>
        </pc:spChg>
        <pc:spChg chg="add del">
          <ac:chgData name="troy vaughn" userId="eb13a8797f75bf12" providerId="LiveId" clId="{516AEC35-1C36-4456-A8D6-2C490D213593}" dt="2021-07-25T07:39:41.360" v="1994" actId="26606"/>
          <ac:spMkLst>
            <pc:docMk/>
            <pc:sldMk cId="4191069334" sldId="268"/>
            <ac:spMk id="11" creationId="{3CBA50DB-DBC7-4B6E-B3C1-8FF1EA519791}"/>
          </ac:spMkLst>
        </pc:spChg>
        <pc:spChg chg="add del">
          <ac:chgData name="troy vaughn" userId="eb13a8797f75bf12" providerId="LiveId" clId="{516AEC35-1C36-4456-A8D6-2C490D213593}" dt="2021-07-25T07:39:41.360" v="1994" actId="26606"/>
          <ac:spMkLst>
            <pc:docMk/>
            <pc:sldMk cId="4191069334" sldId="268"/>
            <ac:spMk id="56" creationId="{A1351C6B-7343-451F-AB4A-1CE294A4E927}"/>
          </ac:spMkLst>
        </pc:spChg>
        <pc:spChg chg="add">
          <ac:chgData name="troy vaughn" userId="eb13a8797f75bf12" providerId="LiveId" clId="{516AEC35-1C36-4456-A8D6-2C490D213593}" dt="2021-07-25T07:39:41.360" v="1994" actId="26606"/>
          <ac:spMkLst>
            <pc:docMk/>
            <pc:sldMk cId="4191069334" sldId="268"/>
            <ac:spMk id="61" creationId="{3CBA50DB-DBC7-4B6E-B3C1-8FF1EA519791}"/>
          </ac:spMkLst>
        </pc:spChg>
        <pc:spChg chg="add">
          <ac:chgData name="troy vaughn" userId="eb13a8797f75bf12" providerId="LiveId" clId="{516AEC35-1C36-4456-A8D6-2C490D213593}" dt="2021-07-25T07:39:41.360" v="1994" actId="26606"/>
          <ac:spMkLst>
            <pc:docMk/>
            <pc:sldMk cId="4191069334" sldId="268"/>
            <ac:spMk id="106" creationId="{A1351C6B-7343-451F-AB4A-1CE294A4E927}"/>
          </ac:spMkLst>
        </pc:spChg>
        <pc:grpChg chg="add del">
          <ac:chgData name="troy vaughn" userId="eb13a8797f75bf12" providerId="LiveId" clId="{516AEC35-1C36-4456-A8D6-2C490D213593}" dt="2021-07-25T07:39:41.360" v="1994" actId="26606"/>
          <ac:grpSpMkLst>
            <pc:docMk/>
            <pc:sldMk cId="4191069334" sldId="268"/>
            <ac:grpSpMk id="13" creationId="{1DED8FB6-AF8D-4D98-913D-E6486FEC1021}"/>
          </ac:grpSpMkLst>
        </pc:grpChg>
        <pc:grpChg chg="add">
          <ac:chgData name="troy vaughn" userId="eb13a8797f75bf12" providerId="LiveId" clId="{516AEC35-1C36-4456-A8D6-2C490D213593}" dt="2021-07-25T07:39:41.360" v="1994" actId="26606"/>
          <ac:grpSpMkLst>
            <pc:docMk/>
            <pc:sldMk cId="4191069334" sldId="268"/>
            <ac:grpSpMk id="63" creationId="{1DED8FB6-AF8D-4D98-913D-E6486FEC1021}"/>
          </ac:grpSpMkLst>
        </pc:grpChg>
        <pc:picChg chg="add del mod">
          <ac:chgData name="troy vaughn" userId="eb13a8797f75bf12" providerId="LiveId" clId="{516AEC35-1C36-4456-A8D6-2C490D213593}" dt="2021-07-25T07:39:38.673" v="1992" actId="478"/>
          <ac:picMkLst>
            <pc:docMk/>
            <pc:sldMk cId="4191069334" sldId="268"/>
            <ac:picMk id="4" creationId="{3CC4595E-EE96-4EBC-B6B1-2E132C14361C}"/>
          </ac:picMkLst>
        </pc:picChg>
        <pc:picChg chg="add mod">
          <ac:chgData name="troy vaughn" userId="eb13a8797f75bf12" providerId="LiveId" clId="{516AEC35-1C36-4456-A8D6-2C490D213593}" dt="2021-07-25T07:39:41.360" v="1994" actId="26606"/>
          <ac:picMkLst>
            <pc:docMk/>
            <pc:sldMk cId="4191069334" sldId="268"/>
            <ac:picMk id="5" creationId="{8E5E3191-FC0D-428A-A051-67C6767F0500}"/>
          </ac:picMkLst>
        </pc:picChg>
        <pc:picChg chg="add del">
          <ac:chgData name="troy vaughn" userId="eb13a8797f75bf12" providerId="LiveId" clId="{516AEC35-1C36-4456-A8D6-2C490D213593}" dt="2021-07-25T07:39:41.360" v="1994" actId="26606"/>
          <ac:picMkLst>
            <pc:docMk/>
            <pc:sldMk cId="4191069334" sldId="268"/>
            <ac:picMk id="54" creationId="{5B3DE270-418F-47A7-B311-C4D876041DC6}"/>
          </ac:picMkLst>
        </pc:picChg>
        <pc:picChg chg="add">
          <ac:chgData name="troy vaughn" userId="eb13a8797f75bf12" providerId="LiveId" clId="{516AEC35-1C36-4456-A8D6-2C490D213593}" dt="2021-07-25T07:39:41.360" v="1994" actId="26606"/>
          <ac:picMkLst>
            <pc:docMk/>
            <pc:sldMk cId="4191069334" sldId="268"/>
            <ac:picMk id="104" creationId="{5B3DE270-418F-47A7-B311-C4D876041DC6}"/>
          </ac:picMkLst>
        </pc:picChg>
      </pc:sldChg>
      <pc:sldChg chg="addSp delSp modSp new mod setBg setClrOvrMap">
        <pc:chgData name="troy vaughn" userId="eb13a8797f75bf12" providerId="LiveId" clId="{516AEC35-1C36-4456-A8D6-2C490D213593}" dt="2021-07-25T07:55:18.201" v="2877" actId="33524"/>
        <pc:sldMkLst>
          <pc:docMk/>
          <pc:sldMk cId="2106224535" sldId="269"/>
        </pc:sldMkLst>
        <pc:spChg chg="mod">
          <ac:chgData name="troy vaughn" userId="eb13a8797f75bf12" providerId="LiveId" clId="{516AEC35-1C36-4456-A8D6-2C490D213593}" dt="2021-07-25T07:52:10.093" v="2444" actId="14100"/>
          <ac:spMkLst>
            <pc:docMk/>
            <pc:sldMk cId="2106224535" sldId="269"/>
            <ac:spMk id="2" creationId="{2C347966-8F55-4613-9BC8-6DC822539BF5}"/>
          </ac:spMkLst>
        </pc:spChg>
        <pc:spChg chg="del mod">
          <ac:chgData name="troy vaughn" userId="eb13a8797f75bf12" providerId="LiveId" clId="{516AEC35-1C36-4456-A8D6-2C490D213593}" dt="2021-07-25T07:50:52.761" v="2329"/>
          <ac:spMkLst>
            <pc:docMk/>
            <pc:sldMk cId="2106224535" sldId="269"/>
            <ac:spMk id="3" creationId="{084785C3-B05A-4A36-BE9C-44109FEA824C}"/>
          </ac:spMkLst>
        </pc:spChg>
        <pc:spChg chg="add mod">
          <ac:chgData name="troy vaughn" userId="eb13a8797f75bf12" providerId="LiveId" clId="{516AEC35-1C36-4456-A8D6-2C490D213593}" dt="2021-07-25T07:55:18.201" v="2877" actId="33524"/>
          <ac:spMkLst>
            <pc:docMk/>
            <pc:sldMk cId="2106224535" sldId="269"/>
            <ac:spMk id="8" creationId="{72A05895-AE6D-4423-B8E4-C4F482DDD084}"/>
          </ac:spMkLst>
        </pc:spChg>
        <pc:spChg chg="add">
          <ac:chgData name="troy vaughn" userId="eb13a8797f75bf12" providerId="LiveId" clId="{516AEC35-1C36-4456-A8D6-2C490D213593}" dt="2021-07-25T07:50:55.347" v="2330" actId="26606"/>
          <ac:spMkLst>
            <pc:docMk/>
            <pc:sldMk cId="2106224535" sldId="269"/>
            <ac:spMk id="11" creationId="{9775AF3B-5284-4B97-9BB7-55C6FB3699C2}"/>
          </ac:spMkLst>
        </pc:spChg>
        <pc:spChg chg="add">
          <ac:chgData name="troy vaughn" userId="eb13a8797f75bf12" providerId="LiveId" clId="{516AEC35-1C36-4456-A8D6-2C490D213593}" dt="2021-07-25T07:50:55.347" v="2330" actId="26606"/>
          <ac:spMkLst>
            <pc:docMk/>
            <pc:sldMk cId="2106224535" sldId="269"/>
            <ac:spMk id="56" creationId="{66D4F5BA-1D71-49B2-8A7F-6B4EB94D7265}"/>
          </ac:spMkLst>
        </pc:spChg>
        <pc:grpChg chg="add">
          <ac:chgData name="troy vaughn" userId="eb13a8797f75bf12" providerId="LiveId" clId="{516AEC35-1C36-4456-A8D6-2C490D213593}" dt="2021-07-25T07:50:55.347" v="2330" actId="26606"/>
          <ac:grpSpMkLst>
            <pc:docMk/>
            <pc:sldMk cId="2106224535" sldId="269"/>
            <ac:grpSpMk id="13" creationId="{A0F1F7ED-DA39-478F-85DA-317DE08941E8}"/>
          </ac:grpSpMkLst>
        </pc:grpChg>
        <pc:picChg chg="add mod">
          <ac:chgData name="troy vaughn" userId="eb13a8797f75bf12" providerId="LiveId" clId="{516AEC35-1C36-4456-A8D6-2C490D213593}" dt="2021-07-25T07:50:55.347" v="2330" actId="26606"/>
          <ac:picMkLst>
            <pc:docMk/>
            <pc:sldMk cId="2106224535" sldId="269"/>
            <ac:picMk id="4" creationId="{55141F87-86FA-4CEF-9832-062F0ECDAD3F}"/>
          </ac:picMkLst>
        </pc:picChg>
        <pc:picChg chg="add">
          <ac:chgData name="troy vaughn" userId="eb13a8797f75bf12" providerId="LiveId" clId="{516AEC35-1C36-4456-A8D6-2C490D213593}" dt="2021-07-25T07:50:55.347" v="2330" actId="26606"/>
          <ac:picMkLst>
            <pc:docMk/>
            <pc:sldMk cId="2106224535" sldId="269"/>
            <ac:picMk id="54" creationId="{1B17CCE2-CEEF-40CA-8C4D-0DC2DCA78A23}"/>
          </ac:picMkLst>
        </pc:picChg>
      </pc:sldChg>
      <pc:sldChg chg="addSp modSp new mod setBg">
        <pc:chgData name="troy vaughn" userId="eb13a8797f75bf12" providerId="LiveId" clId="{516AEC35-1C36-4456-A8D6-2C490D213593}" dt="2021-07-25T08:01:53.615" v="3351" actId="20577"/>
        <pc:sldMkLst>
          <pc:docMk/>
          <pc:sldMk cId="2758778460" sldId="270"/>
        </pc:sldMkLst>
        <pc:spChg chg="mod">
          <ac:chgData name="troy vaughn" userId="eb13a8797f75bf12" providerId="LiveId" clId="{516AEC35-1C36-4456-A8D6-2C490D213593}" dt="2021-07-25T08:00:54.478" v="3302" actId="26606"/>
          <ac:spMkLst>
            <pc:docMk/>
            <pc:sldMk cId="2758778460" sldId="270"/>
            <ac:spMk id="2" creationId="{FEB74610-0F0E-49C8-8F9D-BF95BD14D70E}"/>
          </ac:spMkLst>
        </pc:spChg>
        <pc:spChg chg="mod">
          <ac:chgData name="troy vaughn" userId="eb13a8797f75bf12" providerId="LiveId" clId="{516AEC35-1C36-4456-A8D6-2C490D213593}" dt="2021-07-25T08:01:53.615" v="3351" actId="20577"/>
          <ac:spMkLst>
            <pc:docMk/>
            <pc:sldMk cId="2758778460" sldId="270"/>
            <ac:spMk id="3" creationId="{DD966121-E831-4892-906E-0D4CB9286427}"/>
          </ac:spMkLst>
        </pc:spChg>
        <pc:grpChg chg="add">
          <ac:chgData name="troy vaughn" userId="eb13a8797f75bf12" providerId="LiveId" clId="{516AEC35-1C36-4456-A8D6-2C490D213593}" dt="2021-07-25T08:00:54.478" v="3302" actId="26606"/>
          <ac:grpSpMkLst>
            <pc:docMk/>
            <pc:sldMk cId="2758778460" sldId="270"/>
            <ac:grpSpMk id="9" creationId="{9AE4726C-1831-4FE3-9A11-227F0DC2F0BC}"/>
          </ac:grpSpMkLst>
        </pc:grpChg>
        <pc:grpChg chg="add">
          <ac:chgData name="troy vaughn" userId="eb13a8797f75bf12" providerId="LiveId" clId="{516AEC35-1C36-4456-A8D6-2C490D213593}" dt="2021-07-25T08:00:54.478" v="3302" actId="26606"/>
          <ac:grpSpMkLst>
            <pc:docMk/>
            <pc:sldMk cId="2758778460" sldId="270"/>
            <ac:grpSpMk id="13" creationId="{E916825F-759B-4F1A-BA80-AF7137691EC5}"/>
          </ac:grpSpMkLst>
        </pc:grpChg>
        <pc:picChg chg="add">
          <ac:chgData name="troy vaughn" userId="eb13a8797f75bf12" providerId="LiveId" clId="{516AEC35-1C36-4456-A8D6-2C490D213593}" dt="2021-07-25T08:00:54.478" v="3302" actId="26606"/>
          <ac:picMkLst>
            <pc:docMk/>
            <pc:sldMk cId="2758778460" sldId="270"/>
            <ac:picMk id="5" creationId="{D58225B6-D914-48F4-984B-6C0EF1C47A37}"/>
          </ac:picMkLst>
        </pc:picChg>
      </pc:sldChg>
      <pc:sldChg chg="addSp modSp new mod setBg">
        <pc:chgData name="troy vaughn" userId="eb13a8797f75bf12" providerId="LiveId" clId="{516AEC35-1C36-4456-A8D6-2C490D213593}" dt="2021-07-25T08:12:01.797" v="3950" actId="26606"/>
        <pc:sldMkLst>
          <pc:docMk/>
          <pc:sldMk cId="2180301173" sldId="271"/>
        </pc:sldMkLst>
        <pc:spChg chg="mod">
          <ac:chgData name="troy vaughn" userId="eb13a8797f75bf12" providerId="LiveId" clId="{516AEC35-1C36-4456-A8D6-2C490D213593}" dt="2021-07-25T08:12:01.797" v="3950" actId="26606"/>
          <ac:spMkLst>
            <pc:docMk/>
            <pc:sldMk cId="2180301173" sldId="271"/>
            <ac:spMk id="2" creationId="{7F1350AC-D532-4ECD-83E2-925D57312176}"/>
          </ac:spMkLst>
        </pc:spChg>
        <pc:spChg chg="mod ord">
          <ac:chgData name="troy vaughn" userId="eb13a8797f75bf12" providerId="LiveId" clId="{516AEC35-1C36-4456-A8D6-2C490D213593}" dt="2021-07-25T08:12:01.797" v="3950" actId="26606"/>
          <ac:spMkLst>
            <pc:docMk/>
            <pc:sldMk cId="2180301173" sldId="271"/>
            <ac:spMk id="3" creationId="{BF7E87A4-535F-438A-9633-038F6457BEAC}"/>
          </ac:spMkLst>
        </pc:spChg>
        <pc:grpChg chg="add">
          <ac:chgData name="troy vaughn" userId="eb13a8797f75bf12" providerId="LiveId" clId="{516AEC35-1C36-4456-A8D6-2C490D213593}" dt="2021-07-25T08:12:01.797" v="3950" actId="26606"/>
          <ac:grpSpMkLst>
            <pc:docMk/>
            <pc:sldMk cId="2180301173" sldId="271"/>
            <ac:grpSpMk id="71" creationId="{9AE4726C-1831-4FE3-9A11-227F0DC2F0BC}"/>
          </ac:grpSpMkLst>
        </pc:grpChg>
        <pc:grpChg chg="add">
          <ac:chgData name="troy vaughn" userId="eb13a8797f75bf12" providerId="LiveId" clId="{516AEC35-1C36-4456-A8D6-2C490D213593}" dt="2021-07-25T08:12:01.797" v="3950" actId="26606"/>
          <ac:grpSpMkLst>
            <pc:docMk/>
            <pc:sldMk cId="2180301173" sldId="271"/>
            <ac:grpSpMk id="75" creationId="{E916825F-759B-4F1A-BA80-AF7137691EC5}"/>
          </ac:grpSpMkLst>
        </pc:grpChg>
        <pc:picChg chg="add mod">
          <ac:chgData name="troy vaughn" userId="eb13a8797f75bf12" providerId="LiveId" clId="{516AEC35-1C36-4456-A8D6-2C490D213593}" dt="2021-07-25T08:12:01.797" v="3950" actId="26606"/>
          <ac:picMkLst>
            <pc:docMk/>
            <pc:sldMk cId="2180301173" sldId="271"/>
            <ac:picMk id="6146" creationId="{266EA6A8-959A-49F4-863D-75F5CDE48442}"/>
          </ac:picMkLst>
        </pc:picChg>
      </pc:sldChg>
      <pc:sldChg chg="addSp modSp new mod setBg">
        <pc:chgData name="troy vaughn" userId="eb13a8797f75bf12" providerId="LiveId" clId="{516AEC35-1C36-4456-A8D6-2C490D213593}" dt="2021-07-25T08:27:46.849" v="4569" actId="20577"/>
        <pc:sldMkLst>
          <pc:docMk/>
          <pc:sldMk cId="2618208527" sldId="272"/>
        </pc:sldMkLst>
        <pc:spChg chg="mod">
          <ac:chgData name="troy vaughn" userId="eb13a8797f75bf12" providerId="LiveId" clId="{516AEC35-1C36-4456-A8D6-2C490D213593}" dt="2021-07-25T08:26:34.619" v="4392" actId="26606"/>
          <ac:spMkLst>
            <pc:docMk/>
            <pc:sldMk cId="2618208527" sldId="272"/>
            <ac:spMk id="2" creationId="{D2FB1733-38BD-463A-859C-DABF9B6CB0A7}"/>
          </ac:spMkLst>
        </pc:spChg>
        <pc:spChg chg="mod">
          <ac:chgData name="troy vaughn" userId="eb13a8797f75bf12" providerId="LiveId" clId="{516AEC35-1C36-4456-A8D6-2C490D213593}" dt="2021-07-25T08:27:46.849" v="4569" actId="20577"/>
          <ac:spMkLst>
            <pc:docMk/>
            <pc:sldMk cId="2618208527" sldId="272"/>
            <ac:spMk id="3" creationId="{082EC254-7A6D-4B17-BCFC-9B8437821D42}"/>
          </ac:spMkLst>
        </pc:spChg>
        <pc:picChg chg="add mod">
          <ac:chgData name="troy vaughn" userId="eb13a8797f75bf12" providerId="LiveId" clId="{516AEC35-1C36-4456-A8D6-2C490D213593}" dt="2021-07-25T08:26:34.619" v="4392" actId="26606"/>
          <ac:picMkLst>
            <pc:docMk/>
            <pc:sldMk cId="2618208527" sldId="272"/>
            <ac:picMk id="4" creationId="{39307C27-092E-44A5-8761-80F71F0C1F35}"/>
          </ac:picMkLst>
        </pc:picChg>
      </pc:sldChg>
      <pc:sldChg chg="addSp delSp modSp add mod">
        <pc:chgData name="troy vaughn" userId="eb13a8797f75bf12" providerId="LiveId" clId="{516AEC35-1C36-4456-A8D6-2C490D213593}" dt="2021-07-25T08:36:30.749" v="5171" actId="14100"/>
        <pc:sldMkLst>
          <pc:docMk/>
          <pc:sldMk cId="3080543753" sldId="273"/>
        </pc:sldMkLst>
        <pc:spChg chg="mod">
          <ac:chgData name="troy vaughn" userId="eb13a8797f75bf12" providerId="LiveId" clId="{516AEC35-1C36-4456-A8D6-2C490D213593}" dt="2021-07-25T08:28:08.430" v="4578" actId="20577"/>
          <ac:spMkLst>
            <pc:docMk/>
            <pc:sldMk cId="3080543753" sldId="273"/>
            <ac:spMk id="2" creationId="{D2FB1733-38BD-463A-859C-DABF9B6CB0A7}"/>
          </ac:spMkLst>
        </pc:spChg>
        <pc:spChg chg="mod">
          <ac:chgData name="troy vaughn" userId="eb13a8797f75bf12" providerId="LiveId" clId="{516AEC35-1C36-4456-A8D6-2C490D213593}" dt="2021-07-25T08:35:12.054" v="5163" actId="26606"/>
          <ac:spMkLst>
            <pc:docMk/>
            <pc:sldMk cId="3080543753" sldId="273"/>
            <ac:spMk id="3" creationId="{082EC254-7A6D-4B17-BCFC-9B8437821D42}"/>
          </ac:spMkLst>
        </pc:spChg>
        <pc:picChg chg="del">
          <ac:chgData name="troy vaughn" userId="eb13a8797f75bf12" providerId="LiveId" clId="{516AEC35-1C36-4456-A8D6-2C490D213593}" dt="2021-07-25T08:34:57.406" v="5159" actId="21"/>
          <ac:picMkLst>
            <pc:docMk/>
            <pc:sldMk cId="3080543753" sldId="273"/>
            <ac:picMk id="4" creationId="{39307C27-092E-44A5-8761-80F71F0C1F35}"/>
          </ac:picMkLst>
        </pc:picChg>
        <pc:picChg chg="add del mod">
          <ac:chgData name="troy vaughn" userId="eb13a8797f75bf12" providerId="LiveId" clId="{516AEC35-1C36-4456-A8D6-2C490D213593}" dt="2021-07-25T08:35:04.530" v="5161" actId="21"/>
          <ac:picMkLst>
            <pc:docMk/>
            <pc:sldMk cId="3080543753" sldId="273"/>
            <ac:picMk id="5" creationId="{A93EF70B-C5E2-49C6-99FE-C460E23B651C}"/>
          </ac:picMkLst>
        </pc:picChg>
        <pc:picChg chg="add del mod">
          <ac:chgData name="troy vaughn" userId="eb13a8797f75bf12" providerId="LiveId" clId="{516AEC35-1C36-4456-A8D6-2C490D213593}" dt="2021-07-25T08:36:00.905" v="5164" actId="478"/>
          <ac:picMkLst>
            <pc:docMk/>
            <pc:sldMk cId="3080543753" sldId="273"/>
            <ac:picMk id="6" creationId="{C03FCA27-F126-4248-A317-886AC4D680D0}"/>
          </ac:picMkLst>
        </pc:picChg>
        <pc:picChg chg="add mod">
          <ac:chgData name="troy vaughn" userId="eb13a8797f75bf12" providerId="LiveId" clId="{516AEC35-1C36-4456-A8D6-2C490D213593}" dt="2021-07-25T08:36:30.749" v="5171" actId="14100"/>
          <ac:picMkLst>
            <pc:docMk/>
            <pc:sldMk cId="3080543753" sldId="273"/>
            <ac:picMk id="7" creationId="{C37AD86B-D029-4AD6-AF26-C0D1DFA63A36}"/>
          </ac:picMkLst>
        </pc:picChg>
      </pc:sldChg>
      <pc:sldChg chg="addSp delSp modSp new mod setBg setClrOvrMap">
        <pc:chgData name="troy vaughn" userId="eb13a8797f75bf12" providerId="LiveId" clId="{516AEC35-1C36-4456-A8D6-2C490D213593}" dt="2021-07-25T08:43:38.444" v="5488" actId="27636"/>
        <pc:sldMkLst>
          <pc:docMk/>
          <pc:sldMk cId="1125388519" sldId="274"/>
        </pc:sldMkLst>
        <pc:spChg chg="mod">
          <ac:chgData name="troy vaughn" userId="eb13a8797f75bf12" providerId="LiveId" clId="{516AEC35-1C36-4456-A8D6-2C490D213593}" dt="2021-07-25T08:43:36.004" v="5486" actId="14100"/>
          <ac:spMkLst>
            <pc:docMk/>
            <pc:sldMk cId="1125388519" sldId="274"/>
            <ac:spMk id="2" creationId="{0945C69C-6762-4566-8794-9188615F08D7}"/>
          </ac:spMkLst>
        </pc:spChg>
        <pc:spChg chg="del mod">
          <ac:chgData name="troy vaughn" userId="eb13a8797f75bf12" providerId="LiveId" clId="{516AEC35-1C36-4456-A8D6-2C490D213593}" dt="2021-07-25T08:41:27.049" v="5214"/>
          <ac:spMkLst>
            <pc:docMk/>
            <pc:sldMk cId="1125388519" sldId="274"/>
            <ac:spMk id="3" creationId="{8D230C1B-1A15-4E56-9171-44AD7CCD8774}"/>
          </ac:spMkLst>
        </pc:spChg>
        <pc:spChg chg="add mod">
          <ac:chgData name="troy vaughn" userId="eb13a8797f75bf12" providerId="LiveId" clId="{516AEC35-1C36-4456-A8D6-2C490D213593}" dt="2021-07-25T08:43:38.444" v="5488" actId="27636"/>
          <ac:spMkLst>
            <pc:docMk/>
            <pc:sldMk cId="1125388519" sldId="274"/>
            <ac:spMk id="8" creationId="{3907C03F-6957-4F20-85A2-2F4605716D06}"/>
          </ac:spMkLst>
        </pc:spChg>
        <pc:spChg chg="add">
          <ac:chgData name="troy vaughn" userId="eb13a8797f75bf12" providerId="LiveId" clId="{516AEC35-1C36-4456-A8D6-2C490D213593}" dt="2021-07-25T08:41:31.103" v="5215" actId="26606"/>
          <ac:spMkLst>
            <pc:docMk/>
            <pc:sldMk cId="1125388519" sldId="274"/>
            <ac:spMk id="11" creationId="{3CBA50DB-DBC7-4B6E-B3C1-8FF1EA519791}"/>
          </ac:spMkLst>
        </pc:spChg>
        <pc:spChg chg="add">
          <ac:chgData name="troy vaughn" userId="eb13a8797f75bf12" providerId="LiveId" clId="{516AEC35-1C36-4456-A8D6-2C490D213593}" dt="2021-07-25T08:41:31.103" v="5215" actId="26606"/>
          <ac:spMkLst>
            <pc:docMk/>
            <pc:sldMk cId="1125388519" sldId="274"/>
            <ac:spMk id="56" creationId="{A1351C6B-7343-451F-AB4A-1CE294A4E927}"/>
          </ac:spMkLst>
        </pc:spChg>
        <pc:grpChg chg="add">
          <ac:chgData name="troy vaughn" userId="eb13a8797f75bf12" providerId="LiveId" clId="{516AEC35-1C36-4456-A8D6-2C490D213593}" dt="2021-07-25T08:41:31.103" v="5215" actId="26606"/>
          <ac:grpSpMkLst>
            <pc:docMk/>
            <pc:sldMk cId="1125388519" sldId="274"/>
            <ac:grpSpMk id="13" creationId="{1DED8FB6-AF8D-4D98-913D-E6486FEC1021}"/>
          </ac:grpSpMkLst>
        </pc:grpChg>
        <pc:picChg chg="add mod">
          <ac:chgData name="troy vaughn" userId="eb13a8797f75bf12" providerId="LiveId" clId="{516AEC35-1C36-4456-A8D6-2C490D213593}" dt="2021-07-25T08:41:31.103" v="5215" actId="26606"/>
          <ac:picMkLst>
            <pc:docMk/>
            <pc:sldMk cId="1125388519" sldId="274"/>
            <ac:picMk id="4" creationId="{A2080514-E692-4C19-A557-0994F0DC3EDD}"/>
          </ac:picMkLst>
        </pc:picChg>
        <pc:picChg chg="add">
          <ac:chgData name="troy vaughn" userId="eb13a8797f75bf12" providerId="LiveId" clId="{516AEC35-1C36-4456-A8D6-2C490D213593}" dt="2021-07-25T08:41:31.103" v="5215" actId="26606"/>
          <ac:picMkLst>
            <pc:docMk/>
            <pc:sldMk cId="1125388519" sldId="274"/>
            <ac:picMk id="54" creationId="{5B3DE270-418F-47A7-B311-C4D876041DC6}"/>
          </ac:picMkLst>
        </pc:picChg>
      </pc:sldChg>
      <pc:sldChg chg="addSp modSp new mod setBg">
        <pc:chgData name="troy vaughn" userId="eb13a8797f75bf12" providerId="LiveId" clId="{516AEC35-1C36-4456-A8D6-2C490D213593}" dt="2021-07-25T12:37:25.220" v="6048" actId="14100"/>
        <pc:sldMkLst>
          <pc:docMk/>
          <pc:sldMk cId="994733564" sldId="275"/>
        </pc:sldMkLst>
        <pc:spChg chg="mod">
          <ac:chgData name="troy vaughn" userId="eb13a8797f75bf12" providerId="LiveId" clId="{516AEC35-1C36-4456-A8D6-2C490D213593}" dt="2021-07-25T12:37:14.537" v="6046" actId="26606"/>
          <ac:spMkLst>
            <pc:docMk/>
            <pc:sldMk cId="994733564" sldId="275"/>
            <ac:spMk id="2" creationId="{29C8CF25-7150-416D-BC3D-F5C07EBE6430}"/>
          </ac:spMkLst>
        </pc:spChg>
        <pc:spChg chg="mod ord">
          <ac:chgData name="troy vaughn" userId="eb13a8797f75bf12" providerId="LiveId" clId="{516AEC35-1C36-4456-A8D6-2C490D213593}" dt="2021-07-25T12:37:14.537" v="6046" actId="26606"/>
          <ac:spMkLst>
            <pc:docMk/>
            <pc:sldMk cId="994733564" sldId="275"/>
            <ac:spMk id="3" creationId="{6B303728-4D30-4993-ACA6-72C9E6268292}"/>
          </ac:spMkLst>
        </pc:spChg>
        <pc:picChg chg="add mod ord">
          <ac:chgData name="troy vaughn" userId="eb13a8797f75bf12" providerId="LiveId" clId="{516AEC35-1C36-4456-A8D6-2C490D213593}" dt="2021-07-25T12:37:25.220" v="6048" actId="14100"/>
          <ac:picMkLst>
            <pc:docMk/>
            <pc:sldMk cId="994733564" sldId="275"/>
            <ac:picMk id="4" creationId="{B924A60D-A0F1-4B41-B25A-2293851CBA88}"/>
          </ac:picMkLst>
        </pc:picChg>
      </pc:sldChg>
      <pc:sldChg chg="addSp delSp modSp add mod">
        <pc:chgData name="troy vaughn" userId="eb13a8797f75bf12" providerId="LiveId" clId="{516AEC35-1C36-4456-A8D6-2C490D213593}" dt="2021-07-25T12:42:52.438" v="6246" actId="20577"/>
        <pc:sldMkLst>
          <pc:docMk/>
          <pc:sldMk cId="2509880716" sldId="276"/>
        </pc:sldMkLst>
        <pc:spChg chg="mod">
          <ac:chgData name="troy vaughn" userId="eb13a8797f75bf12" providerId="LiveId" clId="{516AEC35-1C36-4456-A8D6-2C490D213593}" dt="2021-07-25T12:37:44.816" v="6054" actId="20577"/>
          <ac:spMkLst>
            <pc:docMk/>
            <pc:sldMk cId="2509880716" sldId="276"/>
            <ac:spMk id="2" creationId="{29C8CF25-7150-416D-BC3D-F5C07EBE6430}"/>
          </ac:spMkLst>
        </pc:spChg>
        <pc:spChg chg="mod">
          <ac:chgData name="troy vaughn" userId="eb13a8797f75bf12" providerId="LiveId" clId="{516AEC35-1C36-4456-A8D6-2C490D213593}" dt="2021-07-25T12:42:52.438" v="6246" actId="20577"/>
          <ac:spMkLst>
            <pc:docMk/>
            <pc:sldMk cId="2509880716" sldId="276"/>
            <ac:spMk id="3" creationId="{6B303728-4D30-4993-ACA6-72C9E6268292}"/>
          </ac:spMkLst>
        </pc:spChg>
        <pc:picChg chg="del">
          <ac:chgData name="troy vaughn" userId="eb13a8797f75bf12" providerId="LiveId" clId="{516AEC35-1C36-4456-A8D6-2C490D213593}" dt="2021-07-25T12:42:20.240" v="6236" actId="478"/>
          <ac:picMkLst>
            <pc:docMk/>
            <pc:sldMk cId="2509880716" sldId="276"/>
            <ac:picMk id="4" creationId="{B924A60D-A0F1-4B41-B25A-2293851CBA88}"/>
          </ac:picMkLst>
        </pc:picChg>
        <pc:picChg chg="add mod">
          <ac:chgData name="troy vaughn" userId="eb13a8797f75bf12" providerId="LiveId" clId="{516AEC35-1C36-4456-A8D6-2C490D213593}" dt="2021-07-25T12:42:36.009" v="6240" actId="14100"/>
          <ac:picMkLst>
            <pc:docMk/>
            <pc:sldMk cId="2509880716" sldId="276"/>
            <ac:picMk id="5" creationId="{5CEE37D5-8B5C-443C-AE4D-0CA838C00336}"/>
          </ac:picMkLst>
        </pc:picChg>
      </pc:sldChg>
      <pc:sldChg chg="addSp delSp modSp add mod">
        <pc:chgData name="troy vaughn" userId="eb13a8797f75bf12" providerId="LiveId" clId="{516AEC35-1C36-4456-A8D6-2C490D213593}" dt="2021-07-25T12:50:05.942" v="6730" actId="20577"/>
        <pc:sldMkLst>
          <pc:docMk/>
          <pc:sldMk cId="2127044803" sldId="277"/>
        </pc:sldMkLst>
        <pc:spChg chg="mod">
          <ac:chgData name="troy vaughn" userId="eb13a8797f75bf12" providerId="LiveId" clId="{516AEC35-1C36-4456-A8D6-2C490D213593}" dt="2021-07-25T12:46:46.970" v="6252" actId="5793"/>
          <ac:spMkLst>
            <pc:docMk/>
            <pc:sldMk cId="2127044803" sldId="277"/>
            <ac:spMk id="2" creationId="{29C8CF25-7150-416D-BC3D-F5C07EBE6430}"/>
          </ac:spMkLst>
        </pc:spChg>
        <pc:spChg chg="mod">
          <ac:chgData name="troy vaughn" userId="eb13a8797f75bf12" providerId="LiveId" clId="{516AEC35-1C36-4456-A8D6-2C490D213593}" dt="2021-07-25T12:50:05.942" v="6730" actId="20577"/>
          <ac:spMkLst>
            <pc:docMk/>
            <pc:sldMk cId="2127044803" sldId="277"/>
            <ac:spMk id="3" creationId="{6B303728-4D30-4993-ACA6-72C9E6268292}"/>
          </ac:spMkLst>
        </pc:spChg>
        <pc:picChg chg="add mod">
          <ac:chgData name="troy vaughn" userId="eb13a8797f75bf12" providerId="LiveId" clId="{516AEC35-1C36-4456-A8D6-2C490D213593}" dt="2021-07-25T12:49:40.013" v="6634" actId="14100"/>
          <ac:picMkLst>
            <pc:docMk/>
            <pc:sldMk cId="2127044803" sldId="277"/>
            <ac:picMk id="4" creationId="{BEF67219-72DA-4822-BE09-E7D24B42F8B0}"/>
          </ac:picMkLst>
        </pc:picChg>
        <pc:picChg chg="del">
          <ac:chgData name="troy vaughn" userId="eb13a8797f75bf12" providerId="LiveId" clId="{516AEC35-1C36-4456-A8D6-2C490D213593}" dt="2021-07-25T12:49:26.679" v="6630" actId="478"/>
          <ac:picMkLst>
            <pc:docMk/>
            <pc:sldMk cId="2127044803" sldId="277"/>
            <ac:picMk id="5" creationId="{5CEE37D5-8B5C-443C-AE4D-0CA838C00336}"/>
          </ac:picMkLst>
        </pc:picChg>
      </pc:sldChg>
      <pc:sldChg chg="addSp delSp modSp add mod">
        <pc:chgData name="troy vaughn" userId="eb13a8797f75bf12" providerId="LiveId" clId="{516AEC35-1C36-4456-A8D6-2C490D213593}" dt="2021-07-25T12:55:32.308" v="6987" actId="14100"/>
        <pc:sldMkLst>
          <pc:docMk/>
          <pc:sldMk cId="3583041763" sldId="278"/>
        </pc:sldMkLst>
        <pc:spChg chg="mod">
          <ac:chgData name="troy vaughn" userId="eb13a8797f75bf12" providerId="LiveId" clId="{516AEC35-1C36-4456-A8D6-2C490D213593}" dt="2021-07-25T12:52:37.717" v="6742" actId="20577"/>
          <ac:spMkLst>
            <pc:docMk/>
            <pc:sldMk cId="3583041763" sldId="278"/>
            <ac:spMk id="2" creationId="{29C8CF25-7150-416D-BC3D-F5C07EBE6430}"/>
          </ac:spMkLst>
        </pc:spChg>
        <pc:spChg chg="mod">
          <ac:chgData name="troy vaughn" userId="eb13a8797f75bf12" providerId="LiveId" clId="{516AEC35-1C36-4456-A8D6-2C490D213593}" dt="2021-07-25T12:54:29.187" v="6984" actId="20577"/>
          <ac:spMkLst>
            <pc:docMk/>
            <pc:sldMk cId="3583041763" sldId="278"/>
            <ac:spMk id="3" creationId="{6B303728-4D30-4993-ACA6-72C9E6268292}"/>
          </ac:spMkLst>
        </pc:spChg>
        <pc:picChg chg="del">
          <ac:chgData name="troy vaughn" userId="eb13a8797f75bf12" providerId="LiveId" clId="{516AEC35-1C36-4456-A8D6-2C490D213593}" dt="2021-07-25T12:55:23.333" v="6985" actId="478"/>
          <ac:picMkLst>
            <pc:docMk/>
            <pc:sldMk cId="3583041763" sldId="278"/>
            <ac:picMk id="4" creationId="{BEF67219-72DA-4822-BE09-E7D24B42F8B0}"/>
          </ac:picMkLst>
        </pc:picChg>
        <pc:picChg chg="add mod">
          <ac:chgData name="troy vaughn" userId="eb13a8797f75bf12" providerId="LiveId" clId="{516AEC35-1C36-4456-A8D6-2C490D213593}" dt="2021-07-25T12:55:32.308" v="6987" actId="14100"/>
          <ac:picMkLst>
            <pc:docMk/>
            <pc:sldMk cId="3583041763" sldId="278"/>
            <ac:picMk id="5" creationId="{824711D0-81A8-4760-B8E5-9BACF3D686E0}"/>
          </ac:picMkLst>
        </pc:picChg>
      </pc:sldChg>
      <pc:sldChg chg="addSp delSp modSp add mod setBg setClrOvrMap">
        <pc:chgData name="troy vaughn" userId="eb13a8797f75bf12" providerId="LiveId" clId="{516AEC35-1C36-4456-A8D6-2C490D213593}" dt="2021-07-25T13:09:15.211" v="7575" actId="20577"/>
        <pc:sldMkLst>
          <pc:docMk/>
          <pc:sldMk cId="762581043" sldId="279"/>
        </pc:sldMkLst>
        <pc:spChg chg="mod">
          <ac:chgData name="troy vaughn" userId="eb13a8797f75bf12" providerId="LiveId" clId="{516AEC35-1C36-4456-A8D6-2C490D213593}" dt="2021-07-25T13:08:12.201" v="7516" actId="14100"/>
          <ac:spMkLst>
            <pc:docMk/>
            <pc:sldMk cId="762581043" sldId="279"/>
            <ac:spMk id="2" creationId="{4EBE57C8-12CE-407F-B42B-17A23F497BBB}"/>
          </ac:spMkLst>
        </pc:spChg>
        <pc:spChg chg="mod">
          <ac:chgData name="troy vaughn" userId="eb13a8797f75bf12" providerId="LiveId" clId="{516AEC35-1C36-4456-A8D6-2C490D213593}" dt="2021-07-25T13:09:15.211" v="7575" actId="20577"/>
          <ac:spMkLst>
            <pc:docMk/>
            <pc:sldMk cId="762581043" sldId="279"/>
            <ac:spMk id="8" creationId="{73466144-B1A5-4FFF-91E5-2A9311A34E71}"/>
          </ac:spMkLst>
        </pc:spChg>
        <pc:spChg chg="del">
          <ac:chgData name="troy vaughn" userId="eb13a8797f75bf12" providerId="LiveId" clId="{516AEC35-1C36-4456-A8D6-2C490D213593}" dt="2021-07-25T13:07:55.499" v="7513" actId="26606"/>
          <ac:spMkLst>
            <pc:docMk/>
            <pc:sldMk cId="762581043" sldId="279"/>
            <ac:spMk id="61" creationId="{3CBA50DB-DBC7-4B6E-B3C1-8FF1EA519791}"/>
          </ac:spMkLst>
        </pc:spChg>
        <pc:spChg chg="del">
          <ac:chgData name="troy vaughn" userId="eb13a8797f75bf12" providerId="LiveId" clId="{516AEC35-1C36-4456-A8D6-2C490D213593}" dt="2021-07-25T13:07:55.499" v="7513" actId="26606"/>
          <ac:spMkLst>
            <pc:docMk/>
            <pc:sldMk cId="762581043" sldId="279"/>
            <ac:spMk id="106" creationId="{A1351C6B-7343-451F-AB4A-1CE294A4E927}"/>
          </ac:spMkLst>
        </pc:spChg>
        <pc:grpChg chg="del">
          <ac:chgData name="troy vaughn" userId="eb13a8797f75bf12" providerId="LiveId" clId="{516AEC35-1C36-4456-A8D6-2C490D213593}" dt="2021-07-25T13:07:55.499" v="7513" actId="26606"/>
          <ac:grpSpMkLst>
            <pc:docMk/>
            <pc:sldMk cId="762581043" sldId="279"/>
            <ac:grpSpMk id="63" creationId="{1DED8FB6-AF8D-4D98-913D-E6486FEC1021}"/>
          </ac:grpSpMkLst>
        </pc:grpChg>
        <pc:picChg chg="add mod">
          <ac:chgData name="troy vaughn" userId="eb13a8797f75bf12" providerId="LiveId" clId="{516AEC35-1C36-4456-A8D6-2C490D213593}" dt="2021-07-25T13:08:15.658" v="7517" actId="14100"/>
          <ac:picMkLst>
            <pc:docMk/>
            <pc:sldMk cId="762581043" sldId="279"/>
            <ac:picMk id="3" creationId="{77F82660-FA5C-4286-BC51-7E13880EC38C}"/>
          </ac:picMkLst>
        </pc:picChg>
        <pc:picChg chg="del">
          <ac:chgData name="troy vaughn" userId="eb13a8797f75bf12" providerId="LiveId" clId="{516AEC35-1C36-4456-A8D6-2C490D213593}" dt="2021-07-25T13:07:43.240" v="7510" actId="478"/>
          <ac:picMkLst>
            <pc:docMk/>
            <pc:sldMk cId="762581043" sldId="279"/>
            <ac:picMk id="5" creationId="{8E5E3191-FC0D-428A-A051-67C6767F0500}"/>
          </ac:picMkLst>
        </pc:picChg>
        <pc:picChg chg="del">
          <ac:chgData name="troy vaughn" userId="eb13a8797f75bf12" providerId="LiveId" clId="{516AEC35-1C36-4456-A8D6-2C490D213593}" dt="2021-07-25T13:07:55.499" v="7513" actId="26606"/>
          <ac:picMkLst>
            <pc:docMk/>
            <pc:sldMk cId="762581043" sldId="279"/>
            <ac:picMk id="104" creationId="{5B3DE270-418F-47A7-B311-C4D876041DC6}"/>
          </ac:picMkLst>
        </pc:picChg>
      </pc:sldChg>
      <pc:sldChg chg="modSp new mod">
        <pc:chgData name="troy vaughn" userId="eb13a8797f75bf12" providerId="LiveId" clId="{516AEC35-1C36-4456-A8D6-2C490D213593}" dt="2021-07-25T13:22:54.411" v="8245" actId="20577"/>
        <pc:sldMkLst>
          <pc:docMk/>
          <pc:sldMk cId="505772919" sldId="280"/>
        </pc:sldMkLst>
        <pc:spChg chg="mod">
          <ac:chgData name="troy vaughn" userId="eb13a8797f75bf12" providerId="LiveId" clId="{516AEC35-1C36-4456-A8D6-2C490D213593}" dt="2021-07-25T13:10:22.508" v="7594" actId="20577"/>
          <ac:spMkLst>
            <pc:docMk/>
            <pc:sldMk cId="505772919" sldId="280"/>
            <ac:spMk id="2" creationId="{8241FCD8-3468-4C31-8AE2-97D9E9733EE3}"/>
          </ac:spMkLst>
        </pc:spChg>
        <pc:spChg chg="mod">
          <ac:chgData name="troy vaughn" userId="eb13a8797f75bf12" providerId="LiveId" clId="{516AEC35-1C36-4456-A8D6-2C490D213593}" dt="2021-07-25T13:22:54.411" v="8245" actId="20577"/>
          <ac:spMkLst>
            <pc:docMk/>
            <pc:sldMk cId="505772919" sldId="280"/>
            <ac:spMk id="3" creationId="{8359371E-B62B-4393-993F-175B6C47F231}"/>
          </ac:spMkLst>
        </pc:spChg>
      </pc:sldChg>
      <pc:sldChg chg="modSp add mod ord">
        <pc:chgData name="troy vaughn" userId="eb13a8797f75bf12" providerId="LiveId" clId="{516AEC35-1C36-4456-A8D6-2C490D213593}" dt="2021-07-25T13:25:26.949" v="8411" actId="5793"/>
        <pc:sldMkLst>
          <pc:docMk/>
          <pc:sldMk cId="1473967333" sldId="281"/>
        </pc:sldMkLst>
        <pc:spChg chg="mod">
          <ac:chgData name="troy vaughn" userId="eb13a8797f75bf12" providerId="LiveId" clId="{516AEC35-1C36-4456-A8D6-2C490D213593}" dt="2021-07-25T13:23:49.762" v="8268" actId="20577"/>
          <ac:spMkLst>
            <pc:docMk/>
            <pc:sldMk cId="1473967333" sldId="281"/>
            <ac:spMk id="2" creationId="{249AD25D-391E-45A6-BCB7-351620840803}"/>
          </ac:spMkLst>
        </pc:spChg>
        <pc:spChg chg="mod">
          <ac:chgData name="troy vaughn" userId="eb13a8797f75bf12" providerId="LiveId" clId="{516AEC35-1C36-4456-A8D6-2C490D213593}" dt="2021-07-25T13:25:26.949" v="8411" actId="5793"/>
          <ac:spMkLst>
            <pc:docMk/>
            <pc:sldMk cId="1473967333" sldId="281"/>
            <ac:spMk id="3" creationId="{25976470-1613-4811-922E-833B31F02E19}"/>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1/28/2024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808C238F-B856-42A4-BC32-194DCC130D5F}" type="datetime1">
              <a:rPr lang="en-US" smtClean="0"/>
              <a:t>1/28/2024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87408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C1CB5-A088-4DB4-8A5C-B084F9B2B528}" type="datetime1">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452378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3C1328-ADC8-435B-8F5C-D339CD9DD487}" type="datetime1">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424860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256410-64C5-4311-8359-FDA6B61ABBAE}" type="datetime1">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0151313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8B01E-6E1B-4AFC-A690-27C447C9486E}" type="datetime1">
              <a:rPr lang="en-US" smtClean="0"/>
              <a:t>1/28/2024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793686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52F3D2-503A-4E49-99AD-125A054E178F}" type="datetime1">
              <a:rPr lang="en-US" smtClean="0"/>
              <a:t>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175164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166207-223C-48E4-AE22-548ABC801447}" type="datetime1">
              <a:rPr lang="en-US" smtClean="0"/>
              <a:t>1/28/2024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1918902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941151-B38C-4230-91F0-8A3BB69A056C}" type="datetime1">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3288874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F6EA29-EE45-46F5-8084-6929433FA14E}" type="datetime1">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1587366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872680-3826-48D8-A0B9-F293E3A564DD}" type="datetime1">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673883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C0F02A-B435-4587-AE10-6A02865845FD}" type="datetime1">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470748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DF27A1-9C29-4918-BA16-87149545F673}" type="datetime1">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509561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EEE601-4D27-49FF-B099-2799466F7EDA}" type="datetime1">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7091587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4E52469-603F-4B0F-8F23-6B2B143D5424}" type="datetime1">
              <a:rPr lang="en-US" smtClean="0"/>
              <a:t>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9578996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7781E0-05FC-475E-A14D-85EF9B55E67B}" type="datetime1">
              <a:rPr lang="en-US" smtClean="0"/>
              <a:t>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276283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D02C8-8352-4A2E-A3CD-139A8583C932}" type="datetime1">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8735053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680581-4B77-41E9-BE55-C3C9C3900A2A}" type="datetime1">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647123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2.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1/28/2024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567B94D-50C4-4558-AAA1-857DDB1A21EF}" type="datetime1">
              <a:rPr lang="en-US" smtClean="0"/>
              <a:t>1/28/2024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252257216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en-us/dotnet/api/system.object" TargetMode="External"/><Relationship Id="rId2" Type="http://schemas.openxmlformats.org/officeDocument/2006/relationships/hyperlink" Target="https://learn.microsoft.com/en-us/dotnet/csharp/language-reference/builtin-types/reference-types#the-object-type" TargetMode="External"/><Relationship Id="rId1" Type="http://schemas.openxmlformats.org/officeDocument/2006/relationships/slideLayout" Target="../slideLayouts/slideLayout2.xml"/><Relationship Id="rId6" Type="http://schemas.openxmlformats.org/officeDocument/2006/relationships/hyperlink" Target="https://learn.microsoft.com/en-us/dotnet/csharp/language-reference/builtin-types/reference-types#the-dynamic-type" TargetMode="External"/><Relationship Id="rId5" Type="http://schemas.openxmlformats.org/officeDocument/2006/relationships/hyperlink" Target="https://learn.microsoft.com/en-us/dotnet/api/system.string" TargetMode="External"/><Relationship Id="rId4" Type="http://schemas.openxmlformats.org/officeDocument/2006/relationships/hyperlink" Target="https://learn.microsoft.com/en-us/dotnet/csharp/language-reference/builtin-types/reference-types#the-string-type"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hyperlink" Target="https://www.youtube.com/watch?v=uajWePMMs84" TargetMode="Externa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hyperlink" Target="https://www.youtube.com/watch?v=u1hFV57ZIG0" TargetMode="External"/><Relationship Id="rId4" Type="http://schemas.openxmlformats.org/officeDocument/2006/relationships/hyperlink" Target="https://www.w3schools.com/cs/cs_type_casting.php"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8dV2dNiX6DA"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completecsharptutorial.com/csharp-articles/csharp-string-function.php" TargetMode="External"/><Relationship Id="rId2" Type="http://schemas.openxmlformats.org/officeDocument/2006/relationships/hyperlink" Target="https://www.youtube.com/watch?v=BKYBiUAWZKM" TargetMode="External"/><Relationship Id="rId1" Type="http://schemas.openxmlformats.org/officeDocument/2006/relationships/slideLayout" Target="../slideLayouts/slideLayout2.xml"/><Relationship Id="rId4" Type="http://schemas.openxmlformats.org/officeDocument/2006/relationships/hyperlink" Target="https://www.youtube.com/watch?v=taejaz9OwKY"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2D344-A3C0-47FC-B3B8-FEDE24207BF4}"/>
              </a:ext>
            </a:extLst>
          </p:cNvPr>
          <p:cNvSpPr>
            <a:spLocks noGrp="1"/>
          </p:cNvSpPr>
          <p:nvPr>
            <p:ph type="ctrTitle"/>
          </p:nvPr>
        </p:nvSpPr>
        <p:spPr/>
        <p:txBody>
          <a:bodyPr/>
          <a:lstStyle/>
          <a:p>
            <a:r>
              <a:rPr lang="en-AU" dirty="0"/>
              <a:t>C# Variables and data types </a:t>
            </a:r>
          </a:p>
        </p:txBody>
      </p:sp>
      <p:sp>
        <p:nvSpPr>
          <p:cNvPr id="3" name="Subtitle 2">
            <a:extLst>
              <a:ext uri="{FF2B5EF4-FFF2-40B4-BE49-F238E27FC236}">
                <a16:creationId xmlns:a16="http://schemas.microsoft.com/office/drawing/2014/main" id="{753F72DA-6D8A-42CA-B71D-9A09C4594F6B}"/>
              </a:ext>
            </a:extLst>
          </p:cNvPr>
          <p:cNvSpPr>
            <a:spLocks noGrp="1"/>
          </p:cNvSpPr>
          <p:nvPr>
            <p:ph type="subTitle" idx="1"/>
          </p:nvPr>
        </p:nvSpPr>
        <p:spPr/>
        <p:txBody>
          <a:bodyPr/>
          <a:lstStyle/>
          <a:p>
            <a:r>
              <a:rPr lang="en-AU" dirty="0"/>
              <a:t>ICTPRG430 Apply introductory object-oriented language skills</a:t>
            </a:r>
          </a:p>
          <a:p>
            <a:endParaRPr lang="en-AU" dirty="0"/>
          </a:p>
        </p:txBody>
      </p:sp>
    </p:spTree>
    <p:extLst>
      <p:ext uri="{BB962C8B-B14F-4D97-AF65-F5344CB8AC3E}">
        <p14:creationId xmlns:p14="http://schemas.microsoft.com/office/powerpoint/2010/main" val="1601971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7"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229" name="Group 228">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230"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416"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32"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17"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234"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35"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36"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37"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38"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39"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0"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1"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2"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3"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4"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5"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6"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7"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8"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9"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50"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51"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52"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53"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54"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55"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20"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21"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22"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423"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24"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25"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26"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27"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28"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29"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30"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31"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32"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33"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34"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435"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36"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37"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38"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39"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40"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41"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42"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43"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44"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45"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46"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47"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grpSp>
      <p:sp>
        <p:nvSpPr>
          <p:cNvPr id="449" name="Rectangle 448">
            <a:extLst>
              <a:ext uri="{FF2B5EF4-FFF2-40B4-BE49-F238E27FC236}">
                <a16:creationId xmlns:a16="http://schemas.microsoft.com/office/drawing/2014/main" id="{D706AE2E-B17B-43A3-84F8-9C0FE9466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2003"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451" name="Group 450">
            <a:extLst>
              <a:ext uri="{FF2B5EF4-FFF2-40B4-BE49-F238E27FC236}">
                <a16:creationId xmlns:a16="http://schemas.microsoft.com/office/drawing/2014/main" id="{CEFFB8CF-3E94-42D7-849C-841E7744B2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452" name="Rectangle 5">
              <a:extLst>
                <a:ext uri="{FF2B5EF4-FFF2-40B4-BE49-F238E27FC236}">
                  <a16:creationId xmlns:a16="http://schemas.microsoft.com/office/drawing/2014/main" id="{C274DE9A-4502-4454-911E-B7FE9ED6DE3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453" name="Freeform 6">
              <a:extLst>
                <a:ext uri="{FF2B5EF4-FFF2-40B4-BE49-F238E27FC236}">
                  <a16:creationId xmlns:a16="http://schemas.microsoft.com/office/drawing/2014/main" id="{76AFCF59-7BED-416B-ACD9-EA099C9B29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54" name="Freeform 7">
              <a:extLst>
                <a:ext uri="{FF2B5EF4-FFF2-40B4-BE49-F238E27FC236}">
                  <a16:creationId xmlns:a16="http://schemas.microsoft.com/office/drawing/2014/main" id="{8EEECEBC-B149-42E5-8164-EE5456F062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55" name="Rectangle 8">
              <a:extLst>
                <a:ext uri="{FF2B5EF4-FFF2-40B4-BE49-F238E27FC236}">
                  <a16:creationId xmlns:a16="http://schemas.microsoft.com/office/drawing/2014/main" id="{03B49256-D2D8-436B-8F29-0C7E53366F1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456" name="Freeform 9">
              <a:extLst>
                <a:ext uri="{FF2B5EF4-FFF2-40B4-BE49-F238E27FC236}">
                  <a16:creationId xmlns:a16="http://schemas.microsoft.com/office/drawing/2014/main" id="{4045E56F-B537-408E-B346-B9B15C39A5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57" name="Freeform 10">
              <a:extLst>
                <a:ext uri="{FF2B5EF4-FFF2-40B4-BE49-F238E27FC236}">
                  <a16:creationId xmlns:a16="http://schemas.microsoft.com/office/drawing/2014/main" id="{904BDB2F-0893-4AD7-A871-C808C9651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58" name="Freeform 11">
              <a:extLst>
                <a:ext uri="{FF2B5EF4-FFF2-40B4-BE49-F238E27FC236}">
                  <a16:creationId xmlns:a16="http://schemas.microsoft.com/office/drawing/2014/main" id="{512D8C6F-C154-4928-9891-DDCF50DA6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59" name="Freeform 12">
              <a:extLst>
                <a:ext uri="{FF2B5EF4-FFF2-40B4-BE49-F238E27FC236}">
                  <a16:creationId xmlns:a16="http://schemas.microsoft.com/office/drawing/2014/main" id="{7E2BBA63-D694-4AD5-976F-4F1CDB204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0" name="Freeform 13">
              <a:extLst>
                <a:ext uri="{FF2B5EF4-FFF2-40B4-BE49-F238E27FC236}">
                  <a16:creationId xmlns:a16="http://schemas.microsoft.com/office/drawing/2014/main" id="{394F9847-4F95-42E8-AE7E-8DD8A0E27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1" name="Freeform 14">
              <a:extLst>
                <a:ext uri="{FF2B5EF4-FFF2-40B4-BE49-F238E27FC236}">
                  <a16:creationId xmlns:a16="http://schemas.microsoft.com/office/drawing/2014/main" id="{48CE4CA3-085D-44AC-996B-9F347B7BC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2" name="Freeform 15">
              <a:extLst>
                <a:ext uri="{FF2B5EF4-FFF2-40B4-BE49-F238E27FC236}">
                  <a16:creationId xmlns:a16="http://schemas.microsoft.com/office/drawing/2014/main" id="{0D7459AE-7E00-4707-B574-1D3636BB46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3" name="Freeform 16">
              <a:extLst>
                <a:ext uri="{FF2B5EF4-FFF2-40B4-BE49-F238E27FC236}">
                  <a16:creationId xmlns:a16="http://schemas.microsoft.com/office/drawing/2014/main" id="{EF95E020-0C4A-4BD5-84BE-6DF8B8BCAB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4" name="Freeform 17">
              <a:extLst>
                <a:ext uri="{FF2B5EF4-FFF2-40B4-BE49-F238E27FC236}">
                  <a16:creationId xmlns:a16="http://schemas.microsoft.com/office/drawing/2014/main" id="{18CC4862-B9BB-4E63-9630-AA5241E68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5" name="Freeform 18">
              <a:extLst>
                <a:ext uri="{FF2B5EF4-FFF2-40B4-BE49-F238E27FC236}">
                  <a16:creationId xmlns:a16="http://schemas.microsoft.com/office/drawing/2014/main" id="{156A0508-DDAB-4BFB-824D-CA9D3D833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6" name="Freeform 19">
              <a:extLst>
                <a:ext uri="{FF2B5EF4-FFF2-40B4-BE49-F238E27FC236}">
                  <a16:creationId xmlns:a16="http://schemas.microsoft.com/office/drawing/2014/main" id="{E3B0103B-60DE-4385-B84E-53694FB9A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7" name="Freeform 20">
              <a:extLst>
                <a:ext uri="{FF2B5EF4-FFF2-40B4-BE49-F238E27FC236}">
                  <a16:creationId xmlns:a16="http://schemas.microsoft.com/office/drawing/2014/main" id="{C8C1C0D4-C36E-4251-A97F-436AFA3797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8" name="Freeform 21">
              <a:extLst>
                <a:ext uri="{FF2B5EF4-FFF2-40B4-BE49-F238E27FC236}">
                  <a16:creationId xmlns:a16="http://schemas.microsoft.com/office/drawing/2014/main" id="{550D7341-7849-4B72-A2D7-68B7161D43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9" name="Freeform 22">
              <a:extLst>
                <a:ext uri="{FF2B5EF4-FFF2-40B4-BE49-F238E27FC236}">
                  <a16:creationId xmlns:a16="http://schemas.microsoft.com/office/drawing/2014/main" id="{C9E742C7-3FF2-4931-B087-46AAA6C33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0" name="Freeform 23">
              <a:extLst>
                <a:ext uri="{FF2B5EF4-FFF2-40B4-BE49-F238E27FC236}">
                  <a16:creationId xmlns:a16="http://schemas.microsoft.com/office/drawing/2014/main" id="{424AF1DB-9264-4B94-9F0D-EF37F12D47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1" name="Freeform 24">
              <a:extLst>
                <a:ext uri="{FF2B5EF4-FFF2-40B4-BE49-F238E27FC236}">
                  <a16:creationId xmlns:a16="http://schemas.microsoft.com/office/drawing/2014/main" id="{766E43D2-CF93-4468-9B12-FFB234513D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2" name="Freeform 25">
              <a:extLst>
                <a:ext uri="{FF2B5EF4-FFF2-40B4-BE49-F238E27FC236}">
                  <a16:creationId xmlns:a16="http://schemas.microsoft.com/office/drawing/2014/main" id="{AC24EC38-E0E5-4A4E-A64D-359DD4A55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3" name="Freeform 26">
              <a:extLst>
                <a:ext uri="{FF2B5EF4-FFF2-40B4-BE49-F238E27FC236}">
                  <a16:creationId xmlns:a16="http://schemas.microsoft.com/office/drawing/2014/main" id="{338D8FE1-6073-44CF-857C-9273A16075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4" name="Freeform 27">
              <a:extLst>
                <a:ext uri="{FF2B5EF4-FFF2-40B4-BE49-F238E27FC236}">
                  <a16:creationId xmlns:a16="http://schemas.microsoft.com/office/drawing/2014/main" id="{39BAF819-1ABF-4754-B2E6-8C023A3B9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5" name="Freeform 28">
              <a:extLst>
                <a:ext uri="{FF2B5EF4-FFF2-40B4-BE49-F238E27FC236}">
                  <a16:creationId xmlns:a16="http://schemas.microsoft.com/office/drawing/2014/main" id="{2B5FE77A-C8CA-4E0E-BA89-53BA982E6A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6" name="Freeform 29">
              <a:extLst>
                <a:ext uri="{FF2B5EF4-FFF2-40B4-BE49-F238E27FC236}">
                  <a16:creationId xmlns:a16="http://schemas.microsoft.com/office/drawing/2014/main" id="{264169FF-BB01-4F56-812A-738BE4AAC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7" name="Freeform 30">
              <a:extLst>
                <a:ext uri="{FF2B5EF4-FFF2-40B4-BE49-F238E27FC236}">
                  <a16:creationId xmlns:a16="http://schemas.microsoft.com/office/drawing/2014/main" id="{831BA8DD-49DA-443B-AD7A-1680CD2875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8" name="Freeform 31">
              <a:extLst>
                <a:ext uri="{FF2B5EF4-FFF2-40B4-BE49-F238E27FC236}">
                  <a16:creationId xmlns:a16="http://schemas.microsoft.com/office/drawing/2014/main" id="{15B5FD47-B408-4DD0-BA9C-76C3F6814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9" name="Freeform 32">
              <a:extLst>
                <a:ext uri="{FF2B5EF4-FFF2-40B4-BE49-F238E27FC236}">
                  <a16:creationId xmlns:a16="http://schemas.microsoft.com/office/drawing/2014/main" id="{2432FB6B-FBB2-438F-A3BC-0392CA9448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80" name="Rectangle 33">
              <a:extLst>
                <a:ext uri="{FF2B5EF4-FFF2-40B4-BE49-F238E27FC236}">
                  <a16:creationId xmlns:a16="http://schemas.microsoft.com/office/drawing/2014/main" id="{A9E1CA69-4810-4E1D-A227-EA4EF0151F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481" name="Freeform 34">
              <a:extLst>
                <a:ext uri="{FF2B5EF4-FFF2-40B4-BE49-F238E27FC236}">
                  <a16:creationId xmlns:a16="http://schemas.microsoft.com/office/drawing/2014/main" id="{978653C5-EFDF-4617-9A6A-E810A9C22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82" name="Freeform 35">
              <a:extLst>
                <a:ext uri="{FF2B5EF4-FFF2-40B4-BE49-F238E27FC236}">
                  <a16:creationId xmlns:a16="http://schemas.microsoft.com/office/drawing/2014/main" id="{F1B9F231-1E6A-4122-81B0-043E2A5F5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83" name="Freeform 36">
              <a:extLst>
                <a:ext uri="{FF2B5EF4-FFF2-40B4-BE49-F238E27FC236}">
                  <a16:creationId xmlns:a16="http://schemas.microsoft.com/office/drawing/2014/main" id="{DF2B6BD0-0057-43BC-8681-9FAC9FC53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84" name="Freeform 37">
              <a:extLst>
                <a:ext uri="{FF2B5EF4-FFF2-40B4-BE49-F238E27FC236}">
                  <a16:creationId xmlns:a16="http://schemas.microsoft.com/office/drawing/2014/main" id="{6D7D7117-2276-4EB9-882B-A44A2DB066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85" name="Freeform 38">
              <a:extLst>
                <a:ext uri="{FF2B5EF4-FFF2-40B4-BE49-F238E27FC236}">
                  <a16:creationId xmlns:a16="http://schemas.microsoft.com/office/drawing/2014/main" id="{98AD68EB-6444-4B28-8F06-C0B6111AC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86" name="Freeform 39">
              <a:extLst>
                <a:ext uri="{FF2B5EF4-FFF2-40B4-BE49-F238E27FC236}">
                  <a16:creationId xmlns:a16="http://schemas.microsoft.com/office/drawing/2014/main" id="{438FA125-C459-48A2-913F-F5D04E160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87" name="Freeform 40">
              <a:extLst>
                <a:ext uri="{FF2B5EF4-FFF2-40B4-BE49-F238E27FC236}">
                  <a16:creationId xmlns:a16="http://schemas.microsoft.com/office/drawing/2014/main" id="{18E796D1-6480-436F-947D-550CCE516E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88" name="Freeform 41">
              <a:extLst>
                <a:ext uri="{FF2B5EF4-FFF2-40B4-BE49-F238E27FC236}">
                  <a16:creationId xmlns:a16="http://schemas.microsoft.com/office/drawing/2014/main" id="{4549B300-4F89-4E35-B5E7-53E3C6A54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89" name="Freeform 42">
              <a:extLst>
                <a:ext uri="{FF2B5EF4-FFF2-40B4-BE49-F238E27FC236}">
                  <a16:creationId xmlns:a16="http://schemas.microsoft.com/office/drawing/2014/main" id="{D8DA6C40-62DD-4FB3-8D06-5A599E3823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90" name="Freeform 43">
              <a:extLst>
                <a:ext uri="{FF2B5EF4-FFF2-40B4-BE49-F238E27FC236}">
                  <a16:creationId xmlns:a16="http://schemas.microsoft.com/office/drawing/2014/main" id="{28EE2B35-9D3D-4925-8DA9-9DF0E40BC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91" name="Freeform 44">
              <a:extLst>
                <a:ext uri="{FF2B5EF4-FFF2-40B4-BE49-F238E27FC236}">
                  <a16:creationId xmlns:a16="http://schemas.microsoft.com/office/drawing/2014/main" id="{9DB82611-4043-4758-81EC-2239619803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92" name="Rectangle 45">
              <a:extLst>
                <a:ext uri="{FF2B5EF4-FFF2-40B4-BE49-F238E27FC236}">
                  <a16:creationId xmlns:a16="http://schemas.microsoft.com/office/drawing/2014/main" id="{A8210AB3-0776-4F74-9227-5E448D1AFA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493" name="Freeform 46">
              <a:extLst>
                <a:ext uri="{FF2B5EF4-FFF2-40B4-BE49-F238E27FC236}">
                  <a16:creationId xmlns:a16="http://schemas.microsoft.com/office/drawing/2014/main" id="{002C10AB-E300-481E-AFA5-410481B16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94" name="Freeform 47">
              <a:extLst>
                <a:ext uri="{FF2B5EF4-FFF2-40B4-BE49-F238E27FC236}">
                  <a16:creationId xmlns:a16="http://schemas.microsoft.com/office/drawing/2014/main" id="{11F47C5E-0453-4EF5-B969-A8263DC6AF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95" name="Freeform 48">
              <a:extLst>
                <a:ext uri="{FF2B5EF4-FFF2-40B4-BE49-F238E27FC236}">
                  <a16:creationId xmlns:a16="http://schemas.microsoft.com/office/drawing/2014/main" id="{D0CFDC87-55E8-40E1-BD98-4E1EA2C09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96" name="Freeform 49">
              <a:extLst>
                <a:ext uri="{FF2B5EF4-FFF2-40B4-BE49-F238E27FC236}">
                  <a16:creationId xmlns:a16="http://schemas.microsoft.com/office/drawing/2014/main" id="{C1151505-8A7F-41D8-AE03-AD172E38C0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97" name="Freeform 50">
              <a:extLst>
                <a:ext uri="{FF2B5EF4-FFF2-40B4-BE49-F238E27FC236}">
                  <a16:creationId xmlns:a16="http://schemas.microsoft.com/office/drawing/2014/main" id="{918DAD20-1F9F-41A7-B9D0-EE92F9B32D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98" name="Freeform 51">
              <a:extLst>
                <a:ext uri="{FF2B5EF4-FFF2-40B4-BE49-F238E27FC236}">
                  <a16:creationId xmlns:a16="http://schemas.microsoft.com/office/drawing/2014/main" id="{D303B51B-ADCC-43C9-AE4F-0168CFA63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99" name="Freeform 52">
              <a:extLst>
                <a:ext uri="{FF2B5EF4-FFF2-40B4-BE49-F238E27FC236}">
                  <a16:creationId xmlns:a16="http://schemas.microsoft.com/office/drawing/2014/main" id="{5621B409-0B0A-4827-81F9-684C335EE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500" name="Freeform 53">
              <a:extLst>
                <a:ext uri="{FF2B5EF4-FFF2-40B4-BE49-F238E27FC236}">
                  <a16:creationId xmlns:a16="http://schemas.microsoft.com/office/drawing/2014/main" id="{FCA6910E-A4EC-464B-B285-5F1E40AEFF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501" name="Freeform 54">
              <a:extLst>
                <a:ext uri="{FF2B5EF4-FFF2-40B4-BE49-F238E27FC236}">
                  <a16:creationId xmlns:a16="http://schemas.microsoft.com/office/drawing/2014/main" id="{7D0C75DF-4953-4E72-B34A-2F8BD05235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502" name="Freeform 55">
              <a:extLst>
                <a:ext uri="{FF2B5EF4-FFF2-40B4-BE49-F238E27FC236}">
                  <a16:creationId xmlns:a16="http://schemas.microsoft.com/office/drawing/2014/main" id="{998A65EA-C434-41FF-B792-2BDC11501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503" name="Freeform 56">
              <a:extLst>
                <a:ext uri="{FF2B5EF4-FFF2-40B4-BE49-F238E27FC236}">
                  <a16:creationId xmlns:a16="http://schemas.microsoft.com/office/drawing/2014/main" id="{3A6D2AE4-7ABD-4946-BE69-5FD3C1A1D6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504" name="Freeform 57">
              <a:extLst>
                <a:ext uri="{FF2B5EF4-FFF2-40B4-BE49-F238E27FC236}">
                  <a16:creationId xmlns:a16="http://schemas.microsoft.com/office/drawing/2014/main" id="{833A81DC-8A3A-4141-A713-A2FE1C572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505" name="Freeform 58">
              <a:extLst>
                <a:ext uri="{FF2B5EF4-FFF2-40B4-BE49-F238E27FC236}">
                  <a16:creationId xmlns:a16="http://schemas.microsoft.com/office/drawing/2014/main" id="{47BB7FFD-57DB-41BD-8D42-9FB58174B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grpSp>
      <p:pic>
        <p:nvPicPr>
          <p:cNvPr id="507" name="Picture 2">
            <a:extLst>
              <a:ext uri="{FF2B5EF4-FFF2-40B4-BE49-F238E27FC236}">
                <a16:creationId xmlns:a16="http://schemas.microsoft.com/office/drawing/2014/main" id="{3631D3C9-4C1D-4B3A-A737-E6E7800424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913A79C-5010-4763-BBFD-FE288C16F7AE}"/>
              </a:ext>
            </a:extLst>
          </p:cNvPr>
          <p:cNvSpPr>
            <a:spLocks noGrp="1"/>
          </p:cNvSpPr>
          <p:nvPr>
            <p:ph type="title"/>
          </p:nvPr>
        </p:nvSpPr>
        <p:spPr>
          <a:xfrm>
            <a:off x="7995277" y="160782"/>
            <a:ext cx="3489569" cy="2396681"/>
          </a:xfrm>
        </p:spPr>
        <p:txBody>
          <a:bodyPr vert="horz" lIns="91440" tIns="45720" rIns="91440" bIns="45720" rtlCol="0" anchor="b">
            <a:normAutofit/>
          </a:bodyPr>
          <a:lstStyle/>
          <a:p>
            <a:r>
              <a:rPr lang="en-US" sz="4400" dirty="0">
                <a:solidFill>
                  <a:srgbClr val="FFFFFF"/>
                </a:solidFill>
              </a:rPr>
              <a:t>More commonly used types</a:t>
            </a:r>
          </a:p>
        </p:txBody>
      </p:sp>
      <p:sp useBgFill="1">
        <p:nvSpPr>
          <p:cNvPr id="509" name="Round Diagonal Corner Rectangle 6">
            <a:extLst>
              <a:ext uri="{FF2B5EF4-FFF2-40B4-BE49-F238E27FC236}">
                <a16:creationId xmlns:a16="http://schemas.microsoft.com/office/drawing/2014/main" id="{5B986EF0-8540-483D-9DDE-1F168FAAC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289A6E7D-5ABD-4C08-8105-9F0F97593C86}"/>
              </a:ext>
            </a:extLst>
          </p:cNvPr>
          <p:cNvGraphicFramePr>
            <a:graphicFrameLocks noGrp="1"/>
          </p:cNvGraphicFramePr>
          <p:nvPr>
            <p:extLst>
              <p:ext uri="{D42A27DB-BD31-4B8C-83A1-F6EECF244321}">
                <p14:modId xmlns:p14="http://schemas.microsoft.com/office/powerpoint/2010/main" val="4127484775"/>
              </p:ext>
            </p:extLst>
          </p:nvPr>
        </p:nvGraphicFramePr>
        <p:xfrm>
          <a:off x="1118988" y="1178597"/>
          <a:ext cx="6177163" cy="4674498"/>
        </p:xfrm>
        <a:graphic>
          <a:graphicData uri="http://schemas.openxmlformats.org/drawingml/2006/table">
            <a:tbl>
              <a:tblPr firstRow="1" bandRow="1">
                <a:solidFill>
                  <a:schemeClr val="tx1">
                    <a:lumMod val="65000"/>
                    <a:lumOff val="35000"/>
                  </a:schemeClr>
                </a:solidFill>
              </a:tblPr>
              <a:tblGrid>
                <a:gridCol w="1229322">
                  <a:extLst>
                    <a:ext uri="{9D8B030D-6E8A-4147-A177-3AD203B41FA5}">
                      <a16:colId xmlns:a16="http://schemas.microsoft.com/office/drawing/2014/main" val="374752257"/>
                    </a:ext>
                  </a:extLst>
                </a:gridCol>
                <a:gridCol w="812298">
                  <a:extLst>
                    <a:ext uri="{9D8B030D-6E8A-4147-A177-3AD203B41FA5}">
                      <a16:colId xmlns:a16="http://schemas.microsoft.com/office/drawing/2014/main" val="1973961591"/>
                    </a:ext>
                  </a:extLst>
                </a:gridCol>
                <a:gridCol w="4135543">
                  <a:extLst>
                    <a:ext uri="{9D8B030D-6E8A-4147-A177-3AD203B41FA5}">
                      <a16:colId xmlns:a16="http://schemas.microsoft.com/office/drawing/2014/main" val="452629453"/>
                    </a:ext>
                  </a:extLst>
                </a:gridCol>
              </a:tblGrid>
              <a:tr h="449774">
                <a:tc>
                  <a:txBody>
                    <a:bodyPr/>
                    <a:lstStyle/>
                    <a:p>
                      <a:pPr algn="l" fontAlgn="t">
                        <a:spcBef>
                          <a:spcPts val="0"/>
                        </a:spcBef>
                        <a:spcAft>
                          <a:spcPts val="0"/>
                        </a:spcAft>
                      </a:pPr>
                      <a:r>
                        <a:rPr lang="en-AU" sz="1100" b="1" i="0" u="none" strike="noStrike" cap="all" spc="60">
                          <a:solidFill>
                            <a:schemeClr val="tx1"/>
                          </a:solidFill>
                          <a:effectLst/>
                          <a:latin typeface="Arial" panose="020B0604020202020204" pitchFamily="34" charset="0"/>
                        </a:rPr>
                        <a:t>Data Type</a:t>
                      </a:r>
                    </a:p>
                  </a:txBody>
                  <a:tcPr marL="123748" marR="123748" marT="123748" marB="123748">
                    <a:lnL w="12700" cmpd="sng">
                      <a:noFill/>
                    </a:lnL>
                    <a:lnR w="12700" cmpd="sng">
                      <a:noFill/>
                    </a:lnR>
                    <a:lnT w="12700" cmpd="sng">
                      <a:noFill/>
                    </a:lnT>
                    <a:lnB w="38100" cmpd="sng">
                      <a:noFill/>
                    </a:lnB>
                    <a:noFill/>
                  </a:tcPr>
                </a:tc>
                <a:tc>
                  <a:txBody>
                    <a:bodyPr/>
                    <a:lstStyle/>
                    <a:p>
                      <a:pPr algn="l" fontAlgn="t">
                        <a:spcBef>
                          <a:spcPts val="0"/>
                        </a:spcBef>
                        <a:spcAft>
                          <a:spcPts val="0"/>
                        </a:spcAft>
                      </a:pPr>
                      <a:r>
                        <a:rPr lang="en-AU" sz="1100" b="1" i="0" u="none" strike="noStrike" cap="all" spc="60">
                          <a:solidFill>
                            <a:schemeClr val="tx1"/>
                          </a:solidFill>
                          <a:effectLst/>
                          <a:latin typeface="Arial" panose="020B0604020202020204" pitchFamily="34" charset="0"/>
                        </a:rPr>
                        <a:t>Size</a:t>
                      </a:r>
                    </a:p>
                  </a:txBody>
                  <a:tcPr marL="123748" marR="123748" marT="123748" marB="123748">
                    <a:lnL w="12700" cmpd="sng">
                      <a:noFill/>
                    </a:lnL>
                    <a:lnR w="12700" cmpd="sng">
                      <a:noFill/>
                    </a:lnR>
                    <a:lnT w="12700" cmpd="sng">
                      <a:noFill/>
                    </a:lnT>
                    <a:lnB w="38100" cmpd="sng">
                      <a:noFill/>
                    </a:lnB>
                    <a:noFill/>
                  </a:tcPr>
                </a:tc>
                <a:tc>
                  <a:txBody>
                    <a:bodyPr/>
                    <a:lstStyle/>
                    <a:p>
                      <a:pPr algn="l" fontAlgn="t">
                        <a:spcBef>
                          <a:spcPts val="0"/>
                        </a:spcBef>
                        <a:spcAft>
                          <a:spcPts val="0"/>
                        </a:spcAft>
                      </a:pPr>
                      <a:r>
                        <a:rPr lang="en-AU" sz="1100" b="1" i="0" u="none" strike="noStrike" cap="all" spc="60">
                          <a:solidFill>
                            <a:schemeClr val="tx1"/>
                          </a:solidFill>
                          <a:effectLst/>
                          <a:latin typeface="Arial" panose="020B0604020202020204" pitchFamily="34" charset="0"/>
                        </a:rPr>
                        <a:t>Description</a:t>
                      </a:r>
                    </a:p>
                  </a:txBody>
                  <a:tcPr marL="123748" marR="123748" marT="123748" marB="123748">
                    <a:lnL w="12700" cmpd="sng">
                      <a:noFill/>
                    </a:lnL>
                    <a:lnR w="12700" cmpd="sng">
                      <a:noFill/>
                    </a:lnR>
                    <a:lnT w="12700" cmpd="sng">
                      <a:noFill/>
                    </a:lnT>
                    <a:lnB w="38100" cmpd="sng">
                      <a:noFill/>
                    </a:lnB>
                    <a:noFill/>
                  </a:tcPr>
                </a:tc>
                <a:extLst>
                  <a:ext uri="{0D108BD9-81ED-4DB2-BD59-A6C34878D82A}">
                    <a16:rowId xmlns:a16="http://schemas.microsoft.com/office/drawing/2014/main" val="1347454310"/>
                  </a:ext>
                </a:extLst>
              </a:tr>
              <a:tr h="577649">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int</a:t>
                      </a:r>
                    </a:p>
                  </a:txBody>
                  <a:tcPr marL="72504" marR="36252" marT="36252" marB="82498">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4 bytes</a:t>
                      </a:r>
                    </a:p>
                  </a:txBody>
                  <a:tcPr marL="36252" marR="36252" marT="36252" marB="82498">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algn="l" fontAlgn="t">
                        <a:spcBef>
                          <a:spcPts val="0"/>
                        </a:spcBef>
                        <a:spcAft>
                          <a:spcPts val="0"/>
                        </a:spcAft>
                      </a:pPr>
                      <a:r>
                        <a:rPr lang="en-US" sz="1400" b="0" i="0" u="none" strike="noStrike" cap="none" spc="0" dirty="0">
                          <a:solidFill>
                            <a:schemeClr val="bg1"/>
                          </a:solidFill>
                          <a:effectLst/>
                          <a:latin typeface="Arial" panose="020B0604020202020204" pitchFamily="34" charset="0"/>
                        </a:rPr>
                        <a:t>Stores whole numbers from -2,147,483,648 to 2,147,483,647</a:t>
                      </a:r>
                    </a:p>
                  </a:txBody>
                  <a:tcPr marL="36252" marR="36252" marT="36252" marB="82498">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extLst>
                  <a:ext uri="{0D108BD9-81ED-4DB2-BD59-A6C34878D82A}">
                    <a16:rowId xmlns:a16="http://schemas.microsoft.com/office/drawing/2014/main" val="1439663464"/>
                  </a:ext>
                </a:extLst>
              </a:tr>
              <a:tr h="788984">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long</a:t>
                      </a:r>
                    </a:p>
                  </a:txBody>
                  <a:tcPr marL="72504" marR="36252" marT="36252" marB="82498">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8 bytes</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l" fontAlgn="t">
                        <a:spcBef>
                          <a:spcPts val="0"/>
                        </a:spcBef>
                        <a:spcAft>
                          <a:spcPts val="0"/>
                        </a:spcAft>
                      </a:pPr>
                      <a:r>
                        <a:rPr lang="en-US" sz="1400" b="0" i="0" u="none" strike="noStrike" cap="none" spc="0" dirty="0">
                          <a:solidFill>
                            <a:schemeClr val="bg1"/>
                          </a:solidFill>
                          <a:effectLst/>
                          <a:latin typeface="Arial" panose="020B0604020202020204" pitchFamily="34" charset="0"/>
                        </a:rPr>
                        <a:t>Stores whole numbers from </a:t>
                      </a:r>
                    </a:p>
                    <a:p>
                      <a:pPr algn="l" fontAlgn="t">
                        <a:spcBef>
                          <a:spcPts val="0"/>
                        </a:spcBef>
                        <a:spcAft>
                          <a:spcPts val="0"/>
                        </a:spcAft>
                      </a:pPr>
                      <a:r>
                        <a:rPr lang="en-US" sz="1400" b="0" i="0" u="none" strike="noStrike" cap="none" spc="0" dirty="0">
                          <a:solidFill>
                            <a:schemeClr val="bg1"/>
                          </a:solidFill>
                          <a:effectLst/>
                          <a:latin typeface="Arial" panose="020B0604020202020204" pitchFamily="34" charset="0"/>
                        </a:rPr>
                        <a:t>-9,223,372,036,854,775,808 to 9,223,372,036,854,775,807</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rgbClr val="262626"/>
                    </a:solidFill>
                  </a:tcPr>
                </a:tc>
                <a:extLst>
                  <a:ext uri="{0D108BD9-81ED-4DB2-BD59-A6C34878D82A}">
                    <a16:rowId xmlns:a16="http://schemas.microsoft.com/office/drawing/2014/main" val="687404377"/>
                  </a:ext>
                </a:extLst>
              </a:tr>
              <a:tr h="577649">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float</a:t>
                      </a:r>
                    </a:p>
                  </a:txBody>
                  <a:tcPr marL="72504" marR="36252" marT="36252" marB="82498">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4 bytes</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t">
                        <a:spcBef>
                          <a:spcPts val="0"/>
                        </a:spcBef>
                        <a:spcAft>
                          <a:spcPts val="0"/>
                        </a:spcAft>
                      </a:pPr>
                      <a:r>
                        <a:rPr lang="en-US" sz="1400" b="0" i="0" u="none" strike="noStrike" cap="none" spc="0" dirty="0">
                          <a:solidFill>
                            <a:schemeClr val="bg1"/>
                          </a:solidFill>
                          <a:effectLst/>
                          <a:latin typeface="Arial" panose="020B0604020202020204" pitchFamily="34" charset="0"/>
                        </a:rPr>
                        <a:t>Stores fractional numbers. Sufficient for storing 6 to 7 decimal digits</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2337509985"/>
                  </a:ext>
                </a:extLst>
              </a:tr>
              <a:tr h="577649">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double</a:t>
                      </a:r>
                    </a:p>
                  </a:txBody>
                  <a:tcPr marL="72504" marR="36252" marT="36252" marB="82498">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8 bytes</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l" fontAlgn="t">
                        <a:spcBef>
                          <a:spcPts val="0"/>
                        </a:spcBef>
                        <a:spcAft>
                          <a:spcPts val="0"/>
                        </a:spcAft>
                      </a:pPr>
                      <a:r>
                        <a:rPr lang="en-US" sz="1400" b="0" i="0" u="none" strike="noStrike" cap="none" spc="0" dirty="0">
                          <a:solidFill>
                            <a:schemeClr val="bg1"/>
                          </a:solidFill>
                          <a:effectLst/>
                          <a:latin typeface="Arial" panose="020B0604020202020204" pitchFamily="34" charset="0"/>
                        </a:rPr>
                        <a:t>Stores fractional numbers. Sufficient for storing 15 decimal digits</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rgbClr val="262626"/>
                    </a:solidFill>
                  </a:tcPr>
                </a:tc>
                <a:extLst>
                  <a:ext uri="{0D108BD9-81ED-4DB2-BD59-A6C34878D82A}">
                    <a16:rowId xmlns:a16="http://schemas.microsoft.com/office/drawing/2014/main" val="3052129432"/>
                  </a:ext>
                </a:extLst>
              </a:tr>
              <a:tr h="366314">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bool</a:t>
                      </a:r>
                    </a:p>
                  </a:txBody>
                  <a:tcPr marL="72504" marR="36252" marT="36252" marB="82498">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1 bit</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Stores true or false values</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1182474204"/>
                  </a:ext>
                </a:extLst>
              </a:tr>
              <a:tr h="577649">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char</a:t>
                      </a:r>
                    </a:p>
                  </a:txBody>
                  <a:tcPr marL="72504" marR="36252" marT="36252" marB="82498">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2 bytes</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l" fontAlgn="t">
                        <a:spcBef>
                          <a:spcPts val="0"/>
                        </a:spcBef>
                        <a:spcAft>
                          <a:spcPts val="0"/>
                        </a:spcAft>
                      </a:pPr>
                      <a:r>
                        <a:rPr lang="en-US" sz="1400" b="0" i="0" u="none" strike="noStrike" cap="none" spc="0">
                          <a:solidFill>
                            <a:schemeClr val="bg1"/>
                          </a:solidFill>
                          <a:effectLst/>
                          <a:latin typeface="Arial" panose="020B0604020202020204" pitchFamily="34" charset="0"/>
                        </a:rPr>
                        <a:t>Stores a single character/letter, surrounded by single quotes</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rgbClr val="262626"/>
                    </a:solidFill>
                  </a:tcPr>
                </a:tc>
                <a:extLst>
                  <a:ext uri="{0D108BD9-81ED-4DB2-BD59-A6C34878D82A}">
                    <a16:rowId xmlns:a16="http://schemas.microsoft.com/office/drawing/2014/main" val="299063348"/>
                  </a:ext>
                </a:extLst>
              </a:tr>
              <a:tr h="577649">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string</a:t>
                      </a:r>
                    </a:p>
                  </a:txBody>
                  <a:tcPr marL="72504" marR="36252" marT="36252" marB="82498">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t">
                        <a:spcBef>
                          <a:spcPts val="0"/>
                        </a:spcBef>
                        <a:spcAft>
                          <a:spcPts val="0"/>
                        </a:spcAft>
                      </a:pPr>
                      <a:r>
                        <a:rPr lang="en-AU" sz="1400" b="0" i="0" u="none" strike="noStrike" cap="none" spc="0">
                          <a:solidFill>
                            <a:schemeClr val="bg1"/>
                          </a:solidFill>
                          <a:effectLst/>
                          <a:latin typeface="Arial" panose="020B0604020202020204" pitchFamily="34" charset="0"/>
                        </a:rPr>
                        <a:t>2 bytes per character</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t">
                        <a:spcBef>
                          <a:spcPts val="0"/>
                        </a:spcBef>
                        <a:spcAft>
                          <a:spcPts val="0"/>
                        </a:spcAft>
                      </a:pPr>
                      <a:r>
                        <a:rPr lang="en-US" sz="1400" b="0" i="0" u="none" strike="noStrike" cap="none" spc="0" dirty="0">
                          <a:solidFill>
                            <a:schemeClr val="bg1"/>
                          </a:solidFill>
                          <a:effectLst/>
                          <a:latin typeface="Arial" panose="020B0604020202020204" pitchFamily="34" charset="0"/>
                        </a:rPr>
                        <a:t>Stores a sequence of characters, surrounded by double quotes</a:t>
                      </a:r>
                    </a:p>
                  </a:txBody>
                  <a:tcPr marL="36252" marR="36252" marT="36252" marB="82498">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2021105959"/>
                  </a:ext>
                </a:extLst>
              </a:tr>
            </a:tbl>
          </a:graphicData>
        </a:graphic>
      </p:graphicFrame>
      <p:sp>
        <p:nvSpPr>
          <p:cNvPr id="506" name="Content Placeholder 2">
            <a:extLst>
              <a:ext uri="{FF2B5EF4-FFF2-40B4-BE49-F238E27FC236}">
                <a16:creationId xmlns:a16="http://schemas.microsoft.com/office/drawing/2014/main" id="{59C67E55-54AE-445E-80D9-FDC1C3B0F599}"/>
              </a:ext>
            </a:extLst>
          </p:cNvPr>
          <p:cNvSpPr>
            <a:spLocks noGrp="1"/>
          </p:cNvSpPr>
          <p:nvPr>
            <p:ph idx="1"/>
          </p:nvPr>
        </p:nvSpPr>
        <p:spPr>
          <a:xfrm>
            <a:off x="7995277" y="2619376"/>
            <a:ext cx="3791837" cy="3230563"/>
          </a:xfrm>
        </p:spPr>
        <p:txBody>
          <a:bodyPr>
            <a:normAutofit/>
          </a:bodyPr>
          <a:lstStyle/>
          <a:p>
            <a:pPr marL="0" indent="0">
              <a:buNone/>
            </a:pPr>
            <a:r>
              <a:rPr lang="en-AU" dirty="0">
                <a:solidFill>
                  <a:srgbClr val="FFFFFF"/>
                </a:solidFill>
              </a:rPr>
              <a:t>Today we tend to only use several main data types unless working on something more specialised.</a:t>
            </a:r>
          </a:p>
        </p:txBody>
      </p:sp>
    </p:spTree>
    <p:extLst>
      <p:ext uri="{BB962C8B-B14F-4D97-AF65-F5344CB8AC3E}">
        <p14:creationId xmlns:p14="http://schemas.microsoft.com/office/powerpoint/2010/main" val="581260831"/>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46" name="Rectangle 8">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47"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A0BCD4F-1D87-4914-B238-A52CAA4B5F66}"/>
              </a:ext>
            </a:extLst>
          </p:cNvPr>
          <p:cNvSpPr>
            <a:spLocks noGrp="1"/>
          </p:cNvSpPr>
          <p:nvPr>
            <p:ph type="title"/>
          </p:nvPr>
        </p:nvSpPr>
        <p:spPr>
          <a:xfrm>
            <a:off x="1141413" y="618518"/>
            <a:ext cx="4459286" cy="1478570"/>
          </a:xfrm>
        </p:spPr>
        <p:txBody>
          <a:bodyPr>
            <a:normAutofit/>
          </a:bodyPr>
          <a:lstStyle/>
          <a:p>
            <a:r>
              <a:rPr lang="en-AU" sz="3200"/>
              <a:t>Creating a new variable</a:t>
            </a:r>
          </a:p>
        </p:txBody>
      </p:sp>
      <p:sp>
        <p:nvSpPr>
          <p:cNvPr id="3" name="Content Placeholder 2">
            <a:extLst>
              <a:ext uri="{FF2B5EF4-FFF2-40B4-BE49-F238E27FC236}">
                <a16:creationId xmlns:a16="http://schemas.microsoft.com/office/drawing/2014/main" id="{D9DCB949-EF4B-4496-A895-20BB113176D9}"/>
              </a:ext>
            </a:extLst>
          </p:cNvPr>
          <p:cNvSpPr>
            <a:spLocks noGrp="1"/>
          </p:cNvSpPr>
          <p:nvPr>
            <p:ph idx="1"/>
          </p:nvPr>
        </p:nvSpPr>
        <p:spPr>
          <a:xfrm>
            <a:off x="1141412" y="2249487"/>
            <a:ext cx="4459287" cy="3965046"/>
          </a:xfrm>
        </p:spPr>
        <p:txBody>
          <a:bodyPr>
            <a:normAutofit fontScale="92500"/>
          </a:bodyPr>
          <a:lstStyle/>
          <a:p>
            <a:pPr marL="0" indent="0">
              <a:buNone/>
            </a:pPr>
            <a:r>
              <a:rPr lang="en-AU" sz="2000" dirty="0"/>
              <a:t>You create a variable by completing two steps:</a:t>
            </a:r>
          </a:p>
          <a:p>
            <a:r>
              <a:rPr lang="en-AU" sz="2000" dirty="0"/>
              <a:t>First you declare the variable by specifying its type and giving it a name to identify it.</a:t>
            </a:r>
          </a:p>
          <a:p>
            <a:r>
              <a:rPr lang="en-AU" sz="2000" dirty="0"/>
              <a:t>Then, you assign it a value appropriate for its type.</a:t>
            </a:r>
          </a:p>
          <a:p>
            <a:pPr marL="0" indent="0">
              <a:buNone/>
            </a:pPr>
            <a:r>
              <a:rPr lang="en-AU" sz="2000" dirty="0"/>
              <a:t>The top option is generally used when you wish to declare a variable early, then assign it a value sometime later in your code.</a:t>
            </a:r>
          </a:p>
        </p:txBody>
      </p:sp>
      <p:pic>
        <p:nvPicPr>
          <p:cNvPr id="4" name="Picture 3">
            <a:extLst>
              <a:ext uri="{FF2B5EF4-FFF2-40B4-BE49-F238E27FC236}">
                <a16:creationId xmlns:a16="http://schemas.microsoft.com/office/drawing/2014/main" id="{E34D721E-6090-4E4F-9126-0778A8124F7D}"/>
              </a:ext>
            </a:extLst>
          </p:cNvPr>
          <p:cNvPicPr>
            <a:picLocks noChangeAspect="1"/>
          </p:cNvPicPr>
          <p:nvPr/>
        </p:nvPicPr>
        <p:blipFill>
          <a:blip r:embed="rId4"/>
          <a:stretch>
            <a:fillRect/>
          </a:stretch>
        </p:blipFill>
        <p:spPr>
          <a:xfrm>
            <a:off x="6096000" y="2284347"/>
            <a:ext cx="5456279" cy="2264356"/>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48" name="Group 12">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4"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49"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16"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50"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18"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19"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0"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1"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2"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3"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5"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AU"/>
            </a:p>
          </p:txBody>
        </p:sp>
        <p:sp>
          <p:nvSpPr>
            <p:cNvPr id="26"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7"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8"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9"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0"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31"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2"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3"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4"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5"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6"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7"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8"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9"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0"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grpSp>
    </p:spTree>
    <p:extLst>
      <p:ext uri="{BB962C8B-B14F-4D97-AF65-F5344CB8AC3E}">
        <p14:creationId xmlns:p14="http://schemas.microsoft.com/office/powerpoint/2010/main" val="2096967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3CBA50DB-DBC7-4B6E-B3C1-8FF1EA519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63" name="Group 62">
            <a:extLst>
              <a:ext uri="{FF2B5EF4-FFF2-40B4-BE49-F238E27FC236}">
                <a16:creationId xmlns:a16="http://schemas.microsoft.com/office/drawing/2014/main" id="{1DED8FB6-AF8D-4D98-913D-E6486FEC10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64" name="Group 63">
              <a:extLst>
                <a:ext uri="{FF2B5EF4-FFF2-40B4-BE49-F238E27FC236}">
                  <a16:creationId xmlns:a16="http://schemas.microsoft.com/office/drawing/2014/main" id="{0A805ED2-113B-4584-8827-567B5792F1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76" name="Rectangle 5">
                <a:extLst>
                  <a:ext uri="{FF2B5EF4-FFF2-40B4-BE49-F238E27FC236}">
                    <a16:creationId xmlns:a16="http://schemas.microsoft.com/office/drawing/2014/main" id="{C6CF21D8-CC72-4F35-A29E-3AF9E6DA130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77" name="Freeform 6">
                <a:extLst>
                  <a:ext uri="{FF2B5EF4-FFF2-40B4-BE49-F238E27FC236}">
                    <a16:creationId xmlns:a16="http://schemas.microsoft.com/office/drawing/2014/main" id="{8E60A7C3-087D-47B4-AB5A-C8B1042FD2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78" name="Freeform 7">
                <a:extLst>
                  <a:ext uri="{FF2B5EF4-FFF2-40B4-BE49-F238E27FC236}">
                    <a16:creationId xmlns:a16="http://schemas.microsoft.com/office/drawing/2014/main" id="{1885EECE-F6D9-4128-BC90-01583BF269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79" name="Freeform 8">
                <a:extLst>
                  <a:ext uri="{FF2B5EF4-FFF2-40B4-BE49-F238E27FC236}">
                    <a16:creationId xmlns:a16="http://schemas.microsoft.com/office/drawing/2014/main" id="{F44AA128-AA96-4FF2-A1C3-F9D2E7FD3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80" name="Freeform 9">
                <a:extLst>
                  <a:ext uri="{FF2B5EF4-FFF2-40B4-BE49-F238E27FC236}">
                    <a16:creationId xmlns:a16="http://schemas.microsoft.com/office/drawing/2014/main" id="{7E52DC12-230B-4892-B284-F2FE9DE16A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81" name="Freeform 10">
                <a:extLst>
                  <a:ext uri="{FF2B5EF4-FFF2-40B4-BE49-F238E27FC236}">
                    <a16:creationId xmlns:a16="http://schemas.microsoft.com/office/drawing/2014/main" id="{A68FBF9E-B81A-41D0-8A03-6CFC30811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82" name="Freeform 11">
                <a:extLst>
                  <a:ext uri="{FF2B5EF4-FFF2-40B4-BE49-F238E27FC236}">
                    <a16:creationId xmlns:a16="http://schemas.microsoft.com/office/drawing/2014/main" id="{B0047F84-8480-494F-9241-39FF17CFF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83" name="Freeform 12">
                <a:extLst>
                  <a:ext uri="{FF2B5EF4-FFF2-40B4-BE49-F238E27FC236}">
                    <a16:creationId xmlns:a16="http://schemas.microsoft.com/office/drawing/2014/main" id="{8CAF76D8-4B95-4A8E-9EE5-8CCC0A7AD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84" name="Freeform 13">
                <a:extLst>
                  <a:ext uri="{FF2B5EF4-FFF2-40B4-BE49-F238E27FC236}">
                    <a16:creationId xmlns:a16="http://schemas.microsoft.com/office/drawing/2014/main" id="{792F82F3-05A8-4A55-8C5B-81F6678B59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85" name="Freeform 14">
                <a:extLst>
                  <a:ext uri="{FF2B5EF4-FFF2-40B4-BE49-F238E27FC236}">
                    <a16:creationId xmlns:a16="http://schemas.microsoft.com/office/drawing/2014/main" id="{B8472536-021A-4E59-BD59-DDC090A18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86" name="Freeform 15">
                <a:extLst>
                  <a:ext uri="{FF2B5EF4-FFF2-40B4-BE49-F238E27FC236}">
                    <a16:creationId xmlns:a16="http://schemas.microsoft.com/office/drawing/2014/main" id="{AEBEF646-3C12-469F-B194-A161A7A95D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87" name="Line 16">
                <a:extLst>
                  <a:ext uri="{FF2B5EF4-FFF2-40B4-BE49-F238E27FC236}">
                    <a16:creationId xmlns:a16="http://schemas.microsoft.com/office/drawing/2014/main" id="{D4501159-D7AC-4307-9DFC-C8F3A94341D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AU"/>
              </a:p>
            </p:txBody>
          </p:sp>
          <p:sp>
            <p:nvSpPr>
              <p:cNvPr id="88" name="Freeform 17">
                <a:extLst>
                  <a:ext uri="{FF2B5EF4-FFF2-40B4-BE49-F238E27FC236}">
                    <a16:creationId xmlns:a16="http://schemas.microsoft.com/office/drawing/2014/main" id="{B5244C41-454C-47D8-A6A9-C17EC2A36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89" name="Freeform 18">
                <a:extLst>
                  <a:ext uri="{FF2B5EF4-FFF2-40B4-BE49-F238E27FC236}">
                    <a16:creationId xmlns:a16="http://schemas.microsoft.com/office/drawing/2014/main" id="{8FA883B8-99FB-4540-B573-F0674BFB1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90" name="Freeform 19">
                <a:extLst>
                  <a:ext uri="{FF2B5EF4-FFF2-40B4-BE49-F238E27FC236}">
                    <a16:creationId xmlns:a16="http://schemas.microsoft.com/office/drawing/2014/main" id="{F1178B7C-5A00-4E5B-9010-B1477621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91" name="Freeform 20">
                <a:extLst>
                  <a:ext uri="{FF2B5EF4-FFF2-40B4-BE49-F238E27FC236}">
                    <a16:creationId xmlns:a16="http://schemas.microsoft.com/office/drawing/2014/main" id="{E359D5D8-EE2E-4714-A40A-C3A6D91F98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92" name="Rectangle 21">
                <a:extLst>
                  <a:ext uri="{FF2B5EF4-FFF2-40B4-BE49-F238E27FC236}">
                    <a16:creationId xmlns:a16="http://schemas.microsoft.com/office/drawing/2014/main" id="{8A89C2E5-F892-4666-85FB-995578FBC7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93" name="Freeform 22">
                <a:extLst>
                  <a:ext uri="{FF2B5EF4-FFF2-40B4-BE49-F238E27FC236}">
                    <a16:creationId xmlns:a16="http://schemas.microsoft.com/office/drawing/2014/main" id="{6DC6174B-0EC3-4A81-A0D1-D10DBB869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94" name="Freeform 23">
                <a:extLst>
                  <a:ext uri="{FF2B5EF4-FFF2-40B4-BE49-F238E27FC236}">
                    <a16:creationId xmlns:a16="http://schemas.microsoft.com/office/drawing/2014/main" id="{2CB96070-0553-4F79-984C-8DABB1CD5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95" name="Freeform 24">
                <a:extLst>
                  <a:ext uri="{FF2B5EF4-FFF2-40B4-BE49-F238E27FC236}">
                    <a16:creationId xmlns:a16="http://schemas.microsoft.com/office/drawing/2014/main" id="{BA23B6E2-3718-4009-B80E-9279154B1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96" name="Freeform 25">
                <a:extLst>
                  <a:ext uri="{FF2B5EF4-FFF2-40B4-BE49-F238E27FC236}">
                    <a16:creationId xmlns:a16="http://schemas.microsoft.com/office/drawing/2014/main" id="{CAFB32D5-E528-419B-80EE-1475633970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97" name="Freeform 26">
                <a:extLst>
                  <a:ext uri="{FF2B5EF4-FFF2-40B4-BE49-F238E27FC236}">
                    <a16:creationId xmlns:a16="http://schemas.microsoft.com/office/drawing/2014/main" id="{A68ADD35-4FEA-404D-B2F3-23556E6E8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98" name="Freeform 27">
                <a:extLst>
                  <a:ext uri="{FF2B5EF4-FFF2-40B4-BE49-F238E27FC236}">
                    <a16:creationId xmlns:a16="http://schemas.microsoft.com/office/drawing/2014/main" id="{89CF17CA-49E3-4B4A-836A-4FD55C67B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99" name="Freeform 28">
                <a:extLst>
                  <a:ext uri="{FF2B5EF4-FFF2-40B4-BE49-F238E27FC236}">
                    <a16:creationId xmlns:a16="http://schemas.microsoft.com/office/drawing/2014/main" id="{AB394F2E-F3E7-4CED-84A9-35C47AB287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100" name="Freeform 29">
                <a:extLst>
                  <a:ext uri="{FF2B5EF4-FFF2-40B4-BE49-F238E27FC236}">
                    <a16:creationId xmlns:a16="http://schemas.microsoft.com/office/drawing/2014/main" id="{FF816C2F-3999-4A9F-8395-5D68ED33A4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101" name="Freeform 30">
                <a:extLst>
                  <a:ext uri="{FF2B5EF4-FFF2-40B4-BE49-F238E27FC236}">
                    <a16:creationId xmlns:a16="http://schemas.microsoft.com/office/drawing/2014/main" id="{82AD6AC6-71D5-4BD8-9185-D3062968B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102" name="Freeform 31">
                <a:extLst>
                  <a:ext uri="{FF2B5EF4-FFF2-40B4-BE49-F238E27FC236}">
                    <a16:creationId xmlns:a16="http://schemas.microsoft.com/office/drawing/2014/main" id="{743A50C2-65CF-4F4C-B412-6149A93ACF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grpSp>
        <p:grpSp>
          <p:nvGrpSpPr>
            <p:cNvPr id="65" name="Group 64">
              <a:extLst>
                <a:ext uri="{FF2B5EF4-FFF2-40B4-BE49-F238E27FC236}">
                  <a16:creationId xmlns:a16="http://schemas.microsoft.com/office/drawing/2014/main" id="{6C0E7A88-FEDF-4C4F-A6B4-F7DDE9DE9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66" name="Freeform 32">
                <a:extLst>
                  <a:ext uri="{FF2B5EF4-FFF2-40B4-BE49-F238E27FC236}">
                    <a16:creationId xmlns:a16="http://schemas.microsoft.com/office/drawing/2014/main" id="{AE94B3EE-D5C0-4BDE-B6AA-7599F048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67" name="Freeform 33">
                <a:extLst>
                  <a:ext uri="{FF2B5EF4-FFF2-40B4-BE49-F238E27FC236}">
                    <a16:creationId xmlns:a16="http://schemas.microsoft.com/office/drawing/2014/main" id="{5EF110E8-C00D-454E-8F3A-ECF2D35667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68" name="Freeform 34">
                <a:extLst>
                  <a:ext uri="{FF2B5EF4-FFF2-40B4-BE49-F238E27FC236}">
                    <a16:creationId xmlns:a16="http://schemas.microsoft.com/office/drawing/2014/main" id="{BFC5F327-6927-4F35-9AF6-C45527BB45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69" name="Freeform 35">
                <a:extLst>
                  <a:ext uri="{FF2B5EF4-FFF2-40B4-BE49-F238E27FC236}">
                    <a16:creationId xmlns:a16="http://schemas.microsoft.com/office/drawing/2014/main" id="{BF2D314D-AEDE-418D-9702-D3CDB98C3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70" name="Freeform 36">
                <a:extLst>
                  <a:ext uri="{FF2B5EF4-FFF2-40B4-BE49-F238E27FC236}">
                    <a16:creationId xmlns:a16="http://schemas.microsoft.com/office/drawing/2014/main" id="{64FD07F8-3CA6-4209-9A9E-30609FE9A3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71" name="Freeform 37">
                <a:extLst>
                  <a:ext uri="{FF2B5EF4-FFF2-40B4-BE49-F238E27FC236}">
                    <a16:creationId xmlns:a16="http://schemas.microsoft.com/office/drawing/2014/main" id="{AB0AE24D-CD49-4B57-82E0-780F62AE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72" name="Freeform 38">
                <a:extLst>
                  <a:ext uri="{FF2B5EF4-FFF2-40B4-BE49-F238E27FC236}">
                    <a16:creationId xmlns:a16="http://schemas.microsoft.com/office/drawing/2014/main" id="{66803AF8-6368-45E6-A0B7-C0C4CFFEEB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73" name="Freeform 39">
                <a:extLst>
                  <a:ext uri="{FF2B5EF4-FFF2-40B4-BE49-F238E27FC236}">
                    <a16:creationId xmlns:a16="http://schemas.microsoft.com/office/drawing/2014/main" id="{B4761E05-2792-472B-A814-9616151CF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74" name="Freeform 40">
                <a:extLst>
                  <a:ext uri="{FF2B5EF4-FFF2-40B4-BE49-F238E27FC236}">
                    <a16:creationId xmlns:a16="http://schemas.microsoft.com/office/drawing/2014/main" id="{40B6A261-9427-4E70-9564-048AD009B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75" name="Rectangle 41">
                <a:extLst>
                  <a:ext uri="{FF2B5EF4-FFF2-40B4-BE49-F238E27FC236}">
                    <a16:creationId xmlns:a16="http://schemas.microsoft.com/office/drawing/2014/main" id="{68BFDFBE-2286-4123-9436-E1DF84AF494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grpSp>
      </p:grpSp>
      <p:pic>
        <p:nvPicPr>
          <p:cNvPr id="104" name="Picture 2">
            <a:extLst>
              <a:ext uri="{FF2B5EF4-FFF2-40B4-BE49-F238E27FC236}">
                <a16:creationId xmlns:a16="http://schemas.microsoft.com/office/drawing/2014/main" id="{5B3DE270-418F-47A7-B311-C4D876041D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EBE57C8-12CE-407F-B42B-17A23F497BBB}"/>
              </a:ext>
            </a:extLst>
          </p:cNvPr>
          <p:cNvSpPr>
            <a:spLocks noGrp="1"/>
          </p:cNvSpPr>
          <p:nvPr>
            <p:ph type="title"/>
          </p:nvPr>
        </p:nvSpPr>
        <p:spPr>
          <a:xfrm>
            <a:off x="8036041" y="618518"/>
            <a:ext cx="3281003" cy="573694"/>
          </a:xfrm>
        </p:spPr>
        <p:txBody>
          <a:bodyPr anchor="b">
            <a:normAutofit/>
          </a:bodyPr>
          <a:lstStyle/>
          <a:p>
            <a:r>
              <a:rPr lang="en-AU" sz="2800" dirty="0">
                <a:solidFill>
                  <a:srgbClr val="FFFFFF"/>
                </a:solidFill>
              </a:rPr>
              <a:t>Examples</a:t>
            </a:r>
          </a:p>
        </p:txBody>
      </p:sp>
      <p:sp useBgFill="1">
        <p:nvSpPr>
          <p:cNvPr id="106" name="Round Diagonal Corner Rectangle 11">
            <a:extLst>
              <a:ext uri="{FF2B5EF4-FFF2-40B4-BE49-F238E27FC236}">
                <a16:creationId xmlns:a16="http://schemas.microsoft.com/office/drawing/2014/main" id="{A1351C6B-7343-451F-AB4A-1CE294A4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E5E3191-FC0D-428A-A051-67C6767F0500}"/>
              </a:ext>
            </a:extLst>
          </p:cNvPr>
          <p:cNvPicPr>
            <a:picLocks noChangeAspect="1"/>
          </p:cNvPicPr>
          <p:nvPr/>
        </p:nvPicPr>
        <p:blipFill>
          <a:blip r:embed="rId3"/>
          <a:stretch>
            <a:fillRect/>
          </a:stretch>
        </p:blipFill>
        <p:spPr>
          <a:xfrm>
            <a:off x="1118988" y="1902655"/>
            <a:ext cx="6112382" cy="3047228"/>
          </a:xfrm>
          <a:prstGeom prst="rect">
            <a:avLst/>
          </a:prstGeom>
        </p:spPr>
      </p:pic>
      <p:sp>
        <p:nvSpPr>
          <p:cNvPr id="8" name="Content Placeholder 7">
            <a:extLst>
              <a:ext uri="{FF2B5EF4-FFF2-40B4-BE49-F238E27FC236}">
                <a16:creationId xmlns:a16="http://schemas.microsoft.com/office/drawing/2014/main" id="{73466144-B1A5-4FFF-91E5-2A9311A34E71}"/>
              </a:ext>
            </a:extLst>
          </p:cNvPr>
          <p:cNvSpPr>
            <a:spLocks noGrp="1"/>
          </p:cNvSpPr>
          <p:nvPr>
            <p:ph idx="1"/>
          </p:nvPr>
        </p:nvSpPr>
        <p:spPr>
          <a:xfrm>
            <a:off x="8036041" y="1245581"/>
            <a:ext cx="3281004" cy="4545620"/>
          </a:xfrm>
        </p:spPr>
        <p:txBody>
          <a:bodyPr>
            <a:normAutofit/>
          </a:bodyPr>
          <a:lstStyle/>
          <a:p>
            <a:pPr marL="0" indent="0">
              <a:buNone/>
            </a:pPr>
            <a:r>
              <a:rPr lang="en-US" sz="1800" dirty="0">
                <a:solidFill>
                  <a:srgbClr val="FFFFFF"/>
                </a:solidFill>
              </a:rPr>
              <a:t>The examples shown show the syntax for each of the common data types.</a:t>
            </a:r>
          </a:p>
          <a:p>
            <a:pPr marL="0" indent="0">
              <a:buNone/>
            </a:pPr>
            <a:r>
              <a:rPr lang="en-US" sz="1800" dirty="0">
                <a:solidFill>
                  <a:srgbClr val="FFFFFF"/>
                </a:solidFill>
              </a:rPr>
              <a:t>Note the use of the single quote marks(‘ ’) and double quote marks (“ ”) surrounding the char and string declarations.</a:t>
            </a:r>
          </a:p>
          <a:p>
            <a:pPr marL="0" indent="0">
              <a:buNone/>
            </a:pPr>
            <a:r>
              <a:rPr lang="en-US" sz="1800" dirty="0">
                <a:solidFill>
                  <a:srgbClr val="FFFFFF"/>
                </a:solidFill>
              </a:rPr>
              <a:t>Also note the use of the L, D and F indicators at the end of the Long, Double and Float variables.</a:t>
            </a:r>
          </a:p>
        </p:txBody>
      </p:sp>
    </p:spTree>
    <p:extLst>
      <p:ext uri="{BB962C8B-B14F-4D97-AF65-F5344CB8AC3E}">
        <p14:creationId xmlns:p14="http://schemas.microsoft.com/office/powerpoint/2010/main" val="4191069334"/>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83F03-A441-6B7B-1648-ECA862D8AB52}"/>
              </a:ext>
            </a:extLst>
          </p:cNvPr>
          <p:cNvSpPr>
            <a:spLocks noGrp="1"/>
          </p:cNvSpPr>
          <p:nvPr>
            <p:ph type="title"/>
          </p:nvPr>
        </p:nvSpPr>
        <p:spPr>
          <a:xfrm>
            <a:off x="1141413" y="618518"/>
            <a:ext cx="9905998" cy="788251"/>
          </a:xfrm>
        </p:spPr>
        <p:txBody>
          <a:bodyPr/>
          <a:lstStyle/>
          <a:p>
            <a:r>
              <a:rPr lang="en-AU" dirty="0"/>
              <a:t> C# built-in value types:</a:t>
            </a:r>
          </a:p>
        </p:txBody>
      </p:sp>
      <p:graphicFrame>
        <p:nvGraphicFramePr>
          <p:cNvPr id="10" name="Content Placeholder 9">
            <a:extLst>
              <a:ext uri="{FF2B5EF4-FFF2-40B4-BE49-F238E27FC236}">
                <a16:creationId xmlns:a16="http://schemas.microsoft.com/office/drawing/2014/main" id="{D14FC3A2-527D-9573-EDDE-6E1BFD23C48D}"/>
              </a:ext>
            </a:extLst>
          </p:cNvPr>
          <p:cNvGraphicFramePr>
            <a:graphicFrameLocks noGrp="1"/>
          </p:cNvGraphicFramePr>
          <p:nvPr>
            <p:ph idx="1"/>
            <p:extLst>
              <p:ext uri="{D42A27DB-BD31-4B8C-83A1-F6EECF244321}">
                <p14:modId xmlns:p14="http://schemas.microsoft.com/office/powerpoint/2010/main" val="1401560010"/>
              </p:ext>
            </p:extLst>
          </p:nvPr>
        </p:nvGraphicFramePr>
        <p:xfrm>
          <a:off x="1317259" y="1655201"/>
          <a:ext cx="9906000" cy="4678704"/>
        </p:xfrm>
        <a:graphic>
          <a:graphicData uri="http://schemas.openxmlformats.org/drawingml/2006/table">
            <a:tbl>
              <a:tblPr/>
              <a:tblGrid>
                <a:gridCol w="1981180">
                  <a:extLst>
                    <a:ext uri="{9D8B030D-6E8A-4147-A177-3AD203B41FA5}">
                      <a16:colId xmlns:a16="http://schemas.microsoft.com/office/drawing/2014/main" val="2590309833"/>
                    </a:ext>
                  </a:extLst>
                </a:gridCol>
                <a:gridCol w="1683981">
                  <a:extLst>
                    <a:ext uri="{9D8B030D-6E8A-4147-A177-3AD203B41FA5}">
                      <a16:colId xmlns:a16="http://schemas.microsoft.com/office/drawing/2014/main" val="2061624320"/>
                    </a:ext>
                  </a:extLst>
                </a:gridCol>
                <a:gridCol w="6240839">
                  <a:extLst>
                    <a:ext uri="{9D8B030D-6E8A-4147-A177-3AD203B41FA5}">
                      <a16:colId xmlns:a16="http://schemas.microsoft.com/office/drawing/2014/main" val="3397497479"/>
                    </a:ext>
                  </a:extLst>
                </a:gridCol>
              </a:tblGrid>
              <a:tr h="250705">
                <a:tc>
                  <a:txBody>
                    <a:bodyPr/>
                    <a:lstStyle/>
                    <a:p>
                      <a:pPr algn="l" fontAlgn="t"/>
                      <a:r>
                        <a:rPr lang="en-AU" sz="2000">
                          <a:solidFill>
                            <a:schemeClr val="bg1"/>
                          </a:solidFill>
                          <a:effectLst/>
                        </a:rPr>
                        <a:t>Data Type</a:t>
                      </a:r>
                    </a:p>
                  </a:txBody>
                  <a:tcPr marL="89538"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AU" sz="2000">
                          <a:solidFill>
                            <a:schemeClr val="bg1"/>
                          </a:solidFill>
                          <a:effectLst/>
                        </a:rPr>
                        <a:t>Size</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AU" sz="2000">
                          <a:solidFill>
                            <a:schemeClr val="bg1"/>
                          </a:solidFill>
                          <a:effectLst/>
                        </a:rPr>
                        <a:t>Description</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695293157"/>
                  </a:ext>
                </a:extLst>
              </a:tr>
              <a:tr h="250705">
                <a:tc>
                  <a:txBody>
                    <a:bodyPr/>
                    <a:lstStyle/>
                    <a:p>
                      <a:pPr algn="l" fontAlgn="t"/>
                      <a:r>
                        <a:rPr lang="en-AU" sz="2000">
                          <a:solidFill>
                            <a:schemeClr val="bg1"/>
                          </a:solidFill>
                          <a:effectLst/>
                        </a:rPr>
                        <a:t>int</a:t>
                      </a:r>
                    </a:p>
                  </a:txBody>
                  <a:tcPr marL="89538"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AU" sz="2000">
                          <a:solidFill>
                            <a:schemeClr val="bg1"/>
                          </a:solidFill>
                          <a:effectLst/>
                        </a:rPr>
                        <a:t>4 bytes</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dirty="0">
                          <a:solidFill>
                            <a:schemeClr val="bg1"/>
                          </a:solidFill>
                          <a:effectLst/>
                        </a:rPr>
                        <a:t>Stores whole numbers from -2,147,483,648 to 2,147,483,647</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456855991"/>
                  </a:ext>
                </a:extLst>
              </a:tr>
              <a:tr h="250705">
                <a:tc>
                  <a:txBody>
                    <a:bodyPr/>
                    <a:lstStyle/>
                    <a:p>
                      <a:pPr algn="l" fontAlgn="t"/>
                      <a:r>
                        <a:rPr lang="en-AU" sz="2000">
                          <a:solidFill>
                            <a:schemeClr val="bg1"/>
                          </a:solidFill>
                          <a:effectLst/>
                        </a:rPr>
                        <a:t>long</a:t>
                      </a:r>
                    </a:p>
                  </a:txBody>
                  <a:tcPr marL="89538"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AU" sz="2000">
                          <a:solidFill>
                            <a:schemeClr val="bg1"/>
                          </a:solidFill>
                          <a:effectLst/>
                        </a:rPr>
                        <a:t>8 bytes</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solidFill>
                            <a:schemeClr val="bg1"/>
                          </a:solidFill>
                          <a:effectLst/>
                        </a:rPr>
                        <a:t>Stores whole numbers from -9,223,372,036,854,775,808 to 9,223,372,036,854,775,807</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892338116"/>
                  </a:ext>
                </a:extLst>
              </a:tr>
              <a:tr h="250705">
                <a:tc>
                  <a:txBody>
                    <a:bodyPr/>
                    <a:lstStyle/>
                    <a:p>
                      <a:pPr algn="l" fontAlgn="t"/>
                      <a:r>
                        <a:rPr lang="en-AU" sz="2000">
                          <a:solidFill>
                            <a:schemeClr val="bg1"/>
                          </a:solidFill>
                          <a:effectLst/>
                        </a:rPr>
                        <a:t>float</a:t>
                      </a:r>
                    </a:p>
                  </a:txBody>
                  <a:tcPr marL="89538"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AU" sz="2000">
                          <a:solidFill>
                            <a:schemeClr val="bg1"/>
                          </a:solidFill>
                          <a:effectLst/>
                        </a:rPr>
                        <a:t>4 bytes</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a:solidFill>
                            <a:schemeClr val="bg1"/>
                          </a:solidFill>
                          <a:effectLst/>
                        </a:rPr>
                        <a:t>Stores fractional numbers. Sufficient for storing 6 to 7 decimal digits</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486105465"/>
                  </a:ext>
                </a:extLst>
              </a:tr>
              <a:tr h="250705">
                <a:tc>
                  <a:txBody>
                    <a:bodyPr/>
                    <a:lstStyle/>
                    <a:p>
                      <a:pPr algn="l" fontAlgn="t"/>
                      <a:r>
                        <a:rPr lang="en-AU" sz="2000">
                          <a:solidFill>
                            <a:schemeClr val="bg1"/>
                          </a:solidFill>
                          <a:effectLst/>
                        </a:rPr>
                        <a:t>double</a:t>
                      </a:r>
                    </a:p>
                  </a:txBody>
                  <a:tcPr marL="89538"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AU" sz="2000">
                          <a:solidFill>
                            <a:schemeClr val="bg1"/>
                          </a:solidFill>
                          <a:effectLst/>
                        </a:rPr>
                        <a:t>8 bytes</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solidFill>
                            <a:schemeClr val="bg1"/>
                          </a:solidFill>
                          <a:effectLst/>
                        </a:rPr>
                        <a:t>Stores fractional numbers. Sufficient for storing 15 decimal digits</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757080457"/>
                  </a:ext>
                </a:extLst>
              </a:tr>
              <a:tr h="250705">
                <a:tc>
                  <a:txBody>
                    <a:bodyPr/>
                    <a:lstStyle/>
                    <a:p>
                      <a:pPr algn="l" fontAlgn="t"/>
                      <a:r>
                        <a:rPr lang="en-AU" sz="2000">
                          <a:solidFill>
                            <a:schemeClr val="bg1"/>
                          </a:solidFill>
                          <a:effectLst/>
                        </a:rPr>
                        <a:t>bool</a:t>
                      </a:r>
                    </a:p>
                  </a:txBody>
                  <a:tcPr marL="89538"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AU" sz="2000">
                          <a:solidFill>
                            <a:schemeClr val="bg1"/>
                          </a:solidFill>
                          <a:effectLst/>
                        </a:rPr>
                        <a:t>1 bit</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AU" sz="2000">
                          <a:solidFill>
                            <a:schemeClr val="bg1"/>
                          </a:solidFill>
                          <a:effectLst/>
                        </a:rPr>
                        <a:t>Stores true or false values</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820265468"/>
                  </a:ext>
                </a:extLst>
              </a:tr>
              <a:tr h="250705">
                <a:tc>
                  <a:txBody>
                    <a:bodyPr/>
                    <a:lstStyle/>
                    <a:p>
                      <a:pPr algn="l" fontAlgn="t"/>
                      <a:r>
                        <a:rPr lang="en-AU" sz="2000">
                          <a:solidFill>
                            <a:schemeClr val="bg1"/>
                          </a:solidFill>
                          <a:effectLst/>
                        </a:rPr>
                        <a:t>char</a:t>
                      </a:r>
                    </a:p>
                  </a:txBody>
                  <a:tcPr marL="89538"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AU" sz="2000">
                          <a:solidFill>
                            <a:schemeClr val="bg1"/>
                          </a:solidFill>
                          <a:effectLst/>
                        </a:rPr>
                        <a:t>2 bytes</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solidFill>
                            <a:schemeClr val="bg1"/>
                          </a:solidFill>
                          <a:effectLst/>
                        </a:rPr>
                        <a:t>Stores a single character/letter, surrounded by single quotes</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138791190"/>
                  </a:ext>
                </a:extLst>
              </a:tr>
              <a:tr h="250705">
                <a:tc>
                  <a:txBody>
                    <a:bodyPr/>
                    <a:lstStyle/>
                    <a:p>
                      <a:pPr algn="l" fontAlgn="t"/>
                      <a:r>
                        <a:rPr lang="en-AU" sz="2000">
                          <a:solidFill>
                            <a:schemeClr val="bg1"/>
                          </a:solidFill>
                          <a:effectLst/>
                        </a:rPr>
                        <a:t>string</a:t>
                      </a:r>
                    </a:p>
                  </a:txBody>
                  <a:tcPr marL="89538"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AU" sz="2000">
                          <a:solidFill>
                            <a:schemeClr val="bg1"/>
                          </a:solidFill>
                          <a:effectLst/>
                        </a:rPr>
                        <a:t>2 bytes per character</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2000" dirty="0">
                          <a:solidFill>
                            <a:schemeClr val="bg1"/>
                          </a:solidFill>
                          <a:effectLst/>
                        </a:rPr>
                        <a:t>Stores a sequence of characters, surrounded by double quotes</a:t>
                      </a:r>
                    </a:p>
                  </a:txBody>
                  <a:tcPr marL="44769" marR="44769" marT="44769" marB="4476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736807716"/>
                  </a:ext>
                </a:extLst>
              </a:tr>
            </a:tbl>
          </a:graphicData>
        </a:graphic>
      </p:graphicFrame>
    </p:spTree>
    <p:extLst>
      <p:ext uri="{BB962C8B-B14F-4D97-AF65-F5344CB8AC3E}">
        <p14:creationId xmlns:p14="http://schemas.microsoft.com/office/powerpoint/2010/main" val="509679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E2B13-51F7-1072-4E9B-BB31FC586B70}"/>
              </a:ext>
            </a:extLst>
          </p:cNvPr>
          <p:cNvSpPr>
            <a:spLocks noGrp="1"/>
          </p:cNvSpPr>
          <p:nvPr>
            <p:ph type="title"/>
          </p:nvPr>
        </p:nvSpPr>
        <p:spPr/>
        <p:txBody>
          <a:bodyPr/>
          <a:lstStyle/>
          <a:p>
            <a:r>
              <a:rPr lang="en-AU" dirty="0"/>
              <a:t>C# built-in reference types:</a:t>
            </a:r>
          </a:p>
        </p:txBody>
      </p:sp>
      <p:graphicFrame>
        <p:nvGraphicFramePr>
          <p:cNvPr id="6" name="Table 6">
            <a:extLst>
              <a:ext uri="{FF2B5EF4-FFF2-40B4-BE49-F238E27FC236}">
                <a16:creationId xmlns:a16="http://schemas.microsoft.com/office/drawing/2014/main" id="{B603923A-6695-0A2E-E72C-DE63B1DFFF5D}"/>
              </a:ext>
            </a:extLst>
          </p:cNvPr>
          <p:cNvGraphicFramePr>
            <a:graphicFrameLocks noGrp="1"/>
          </p:cNvGraphicFramePr>
          <p:nvPr>
            <p:ph idx="1"/>
            <p:extLst>
              <p:ext uri="{D42A27DB-BD31-4B8C-83A1-F6EECF244321}">
                <p14:modId xmlns:p14="http://schemas.microsoft.com/office/powerpoint/2010/main" val="3360229618"/>
              </p:ext>
            </p:extLst>
          </p:nvPr>
        </p:nvGraphicFramePr>
        <p:xfrm>
          <a:off x="1141413" y="2687320"/>
          <a:ext cx="9906000" cy="2926080"/>
        </p:xfrm>
        <a:graphic>
          <a:graphicData uri="http://schemas.openxmlformats.org/drawingml/2006/table">
            <a:tbl>
              <a:tblPr firstRow="1" bandRow="1">
                <a:tableStyleId>{073A0DAA-6AF3-43AB-8588-CEC1D06C72B9}</a:tableStyleId>
              </a:tblPr>
              <a:tblGrid>
                <a:gridCol w="4953000">
                  <a:extLst>
                    <a:ext uri="{9D8B030D-6E8A-4147-A177-3AD203B41FA5}">
                      <a16:colId xmlns:a16="http://schemas.microsoft.com/office/drawing/2014/main" val="82136835"/>
                    </a:ext>
                  </a:extLst>
                </a:gridCol>
                <a:gridCol w="4953000">
                  <a:extLst>
                    <a:ext uri="{9D8B030D-6E8A-4147-A177-3AD203B41FA5}">
                      <a16:colId xmlns:a16="http://schemas.microsoft.com/office/drawing/2014/main" val="3524078360"/>
                    </a:ext>
                  </a:extLst>
                </a:gridCol>
              </a:tblGrid>
              <a:tr h="370840">
                <a:tc>
                  <a:txBody>
                    <a:bodyPr/>
                    <a:lstStyle/>
                    <a:p>
                      <a:pPr algn="l" fontAlgn="t"/>
                      <a:r>
                        <a:rPr lang="en-AU" sz="2400" dirty="0">
                          <a:effectLst/>
                        </a:rPr>
                        <a:t>C# type keyword</a:t>
                      </a:r>
                    </a:p>
                  </a:txBody>
                  <a:tcPr/>
                </a:tc>
                <a:tc>
                  <a:txBody>
                    <a:bodyPr/>
                    <a:lstStyle/>
                    <a:p>
                      <a:pPr algn="l" fontAlgn="t"/>
                      <a:r>
                        <a:rPr lang="en-AU" sz="2400" dirty="0">
                          <a:effectLst/>
                        </a:rPr>
                        <a:t>.NET type</a:t>
                      </a:r>
                    </a:p>
                  </a:txBody>
                  <a:tcPr/>
                </a:tc>
                <a:extLst>
                  <a:ext uri="{0D108BD9-81ED-4DB2-BD59-A6C34878D82A}">
                    <a16:rowId xmlns:a16="http://schemas.microsoft.com/office/drawing/2014/main" val="205182216"/>
                  </a:ext>
                </a:extLst>
              </a:tr>
              <a:tr h="370840">
                <a:tc>
                  <a:txBody>
                    <a:bodyPr/>
                    <a:lstStyle/>
                    <a:p>
                      <a:pPr algn="l" fontAlgn="t"/>
                      <a:r>
                        <a:rPr lang="en-AU" sz="2400" u="none" strike="noStrike" dirty="0">
                          <a:solidFill>
                            <a:schemeClr val="bg1"/>
                          </a:solidFill>
                          <a:effectLst/>
                          <a:hlinkClick r:id="rId2">
                            <a:extLst>
                              <a:ext uri="{A12FA001-AC4F-418D-AE19-62706E023703}">
                                <ahyp:hlinkClr xmlns:ahyp="http://schemas.microsoft.com/office/drawing/2018/hyperlinkcolor" val="tx"/>
                              </a:ext>
                            </a:extLst>
                          </a:hlinkClick>
                        </a:rPr>
                        <a:t>object</a:t>
                      </a:r>
                      <a:r>
                        <a:rPr lang="en-AU" sz="2400" u="none" strike="noStrike" dirty="0">
                          <a:solidFill>
                            <a:schemeClr val="bg1"/>
                          </a:solidFill>
                          <a:effectLst/>
                        </a:rPr>
                        <a:t> </a:t>
                      </a:r>
                      <a:endParaRPr lang="en-AU" sz="2400" dirty="0">
                        <a:solidFill>
                          <a:schemeClr val="bg1"/>
                        </a:solidFill>
                        <a:effectLst/>
                      </a:endParaRPr>
                    </a:p>
                  </a:txBody>
                  <a:tcPr/>
                </a:tc>
                <a:tc>
                  <a:txBody>
                    <a:bodyPr/>
                    <a:lstStyle/>
                    <a:p>
                      <a:pPr algn="l" fontAlgn="t"/>
                      <a:r>
                        <a:rPr lang="en-AU" sz="2400" u="none" strike="noStrike" dirty="0" err="1">
                          <a:solidFill>
                            <a:schemeClr val="bg1"/>
                          </a:solidFill>
                          <a:effectLst/>
                          <a:hlinkClick r:id="rId3">
                            <a:extLst>
                              <a:ext uri="{A12FA001-AC4F-418D-AE19-62706E023703}">
                                <ahyp:hlinkClr xmlns:ahyp="http://schemas.microsoft.com/office/drawing/2018/hyperlinkcolor" val="tx"/>
                              </a:ext>
                            </a:extLst>
                          </a:hlinkClick>
                        </a:rPr>
                        <a:t>System.Object</a:t>
                      </a:r>
                      <a:endParaRPr lang="en-AU" sz="2400" dirty="0">
                        <a:solidFill>
                          <a:schemeClr val="bg1"/>
                        </a:solidFill>
                        <a:effectLst/>
                      </a:endParaRPr>
                    </a:p>
                  </a:txBody>
                  <a:tcPr/>
                </a:tc>
                <a:extLst>
                  <a:ext uri="{0D108BD9-81ED-4DB2-BD59-A6C34878D82A}">
                    <a16:rowId xmlns:a16="http://schemas.microsoft.com/office/drawing/2014/main" val="1580148962"/>
                  </a:ext>
                </a:extLst>
              </a:tr>
              <a:tr h="370840">
                <a:tc>
                  <a:txBody>
                    <a:bodyPr/>
                    <a:lstStyle/>
                    <a:p>
                      <a:pPr algn="l" fontAlgn="t"/>
                      <a:r>
                        <a:rPr lang="en-AU" sz="2400" u="none" strike="noStrike" dirty="0">
                          <a:solidFill>
                            <a:schemeClr val="bg1"/>
                          </a:solidFill>
                          <a:effectLst/>
                          <a:hlinkClick r:id="rId4">
                            <a:extLst>
                              <a:ext uri="{A12FA001-AC4F-418D-AE19-62706E023703}">
                                <ahyp:hlinkClr xmlns:ahyp="http://schemas.microsoft.com/office/drawing/2018/hyperlinkcolor" val="tx"/>
                              </a:ext>
                            </a:extLst>
                          </a:hlinkClick>
                        </a:rPr>
                        <a:t>string</a:t>
                      </a:r>
                      <a:r>
                        <a:rPr lang="en-AU" sz="2400" u="none" strike="noStrike" dirty="0">
                          <a:solidFill>
                            <a:schemeClr val="bg1"/>
                          </a:solidFill>
                          <a:effectLst/>
                        </a:rPr>
                        <a:t> (</a:t>
                      </a:r>
                      <a:r>
                        <a:rPr lang="en-US" sz="2400" u="none" strike="noStrike" dirty="0">
                          <a:solidFill>
                            <a:schemeClr val="bg1"/>
                          </a:solidFill>
                          <a:effectLst/>
                        </a:rPr>
                        <a:t>a sequence of zero or more Unicode characters)</a:t>
                      </a:r>
                      <a:endParaRPr lang="en-AU" sz="2400" dirty="0">
                        <a:solidFill>
                          <a:schemeClr val="bg1"/>
                        </a:solidFill>
                        <a:effectLst/>
                      </a:endParaRPr>
                    </a:p>
                  </a:txBody>
                  <a:tcPr/>
                </a:tc>
                <a:tc>
                  <a:txBody>
                    <a:bodyPr/>
                    <a:lstStyle/>
                    <a:p>
                      <a:pPr algn="l" fontAlgn="t"/>
                      <a:r>
                        <a:rPr lang="en-AU" sz="2400" u="none" strike="noStrike" dirty="0" err="1">
                          <a:solidFill>
                            <a:schemeClr val="bg1"/>
                          </a:solidFill>
                          <a:effectLst/>
                          <a:hlinkClick r:id="rId5">
                            <a:extLst>
                              <a:ext uri="{A12FA001-AC4F-418D-AE19-62706E023703}">
                                <ahyp:hlinkClr xmlns:ahyp="http://schemas.microsoft.com/office/drawing/2018/hyperlinkcolor" val="tx"/>
                              </a:ext>
                            </a:extLst>
                          </a:hlinkClick>
                        </a:rPr>
                        <a:t>System.String</a:t>
                      </a:r>
                      <a:endParaRPr lang="en-AU" sz="2400" dirty="0">
                        <a:solidFill>
                          <a:schemeClr val="bg1"/>
                        </a:solidFill>
                        <a:effectLst/>
                      </a:endParaRPr>
                    </a:p>
                  </a:txBody>
                  <a:tcPr/>
                </a:tc>
                <a:extLst>
                  <a:ext uri="{0D108BD9-81ED-4DB2-BD59-A6C34878D82A}">
                    <a16:rowId xmlns:a16="http://schemas.microsoft.com/office/drawing/2014/main" val="1463244068"/>
                  </a:ext>
                </a:extLst>
              </a:tr>
              <a:tr h="370840">
                <a:tc>
                  <a:txBody>
                    <a:bodyPr/>
                    <a:lstStyle/>
                    <a:p>
                      <a:pPr algn="l" fontAlgn="t"/>
                      <a:r>
                        <a:rPr lang="en-AU" sz="2400" u="none" strike="noStrike" dirty="0">
                          <a:solidFill>
                            <a:schemeClr val="bg1"/>
                          </a:solidFill>
                          <a:effectLst/>
                          <a:hlinkClick r:id="rId6">
                            <a:extLst>
                              <a:ext uri="{A12FA001-AC4F-418D-AE19-62706E023703}">
                                <ahyp:hlinkClr xmlns:ahyp="http://schemas.microsoft.com/office/drawing/2018/hyperlinkcolor" val="tx"/>
                              </a:ext>
                            </a:extLst>
                          </a:hlinkClick>
                        </a:rPr>
                        <a:t>dynamic</a:t>
                      </a:r>
                      <a:r>
                        <a:rPr lang="en-AU" sz="2400" u="none" strike="noStrike" dirty="0">
                          <a:solidFill>
                            <a:schemeClr val="bg1"/>
                          </a:solidFill>
                          <a:effectLst/>
                        </a:rPr>
                        <a:t> (</a:t>
                      </a:r>
                      <a:r>
                        <a:rPr lang="en-US" sz="2400" u="none" strike="noStrike" dirty="0">
                          <a:solidFill>
                            <a:schemeClr val="bg1"/>
                          </a:solidFill>
                          <a:effectLst/>
                        </a:rPr>
                        <a:t>Bypass compile-time type checking. Instead, these operations are resolved at run time.</a:t>
                      </a:r>
                      <a:r>
                        <a:rPr lang="en-AU" sz="2400" u="none" strike="noStrike" dirty="0">
                          <a:solidFill>
                            <a:schemeClr val="bg1"/>
                          </a:solidFill>
                          <a:effectLst/>
                        </a:rPr>
                        <a:t>)</a:t>
                      </a:r>
                      <a:endParaRPr lang="en-AU" sz="2400" dirty="0">
                        <a:solidFill>
                          <a:schemeClr val="bg1"/>
                        </a:solidFill>
                        <a:effectLst/>
                      </a:endParaRPr>
                    </a:p>
                  </a:txBody>
                  <a:tcPr/>
                </a:tc>
                <a:tc>
                  <a:txBody>
                    <a:bodyPr/>
                    <a:lstStyle/>
                    <a:p>
                      <a:pPr algn="l" fontAlgn="t"/>
                      <a:r>
                        <a:rPr lang="en-AU" sz="2400" u="none" strike="noStrike" dirty="0" err="1">
                          <a:solidFill>
                            <a:schemeClr val="bg1"/>
                          </a:solidFill>
                          <a:effectLst/>
                          <a:hlinkClick r:id="rId3">
                            <a:extLst>
                              <a:ext uri="{A12FA001-AC4F-418D-AE19-62706E023703}">
                                <ahyp:hlinkClr xmlns:ahyp="http://schemas.microsoft.com/office/drawing/2018/hyperlinkcolor" val="tx"/>
                              </a:ext>
                            </a:extLst>
                          </a:hlinkClick>
                        </a:rPr>
                        <a:t>System.Object</a:t>
                      </a:r>
                      <a:endParaRPr lang="en-AU" sz="2400" dirty="0">
                        <a:solidFill>
                          <a:schemeClr val="bg1"/>
                        </a:solidFill>
                        <a:effectLst/>
                      </a:endParaRPr>
                    </a:p>
                  </a:txBody>
                  <a:tcPr/>
                </a:tc>
                <a:extLst>
                  <a:ext uri="{0D108BD9-81ED-4DB2-BD59-A6C34878D82A}">
                    <a16:rowId xmlns:a16="http://schemas.microsoft.com/office/drawing/2014/main" val="1431525399"/>
                  </a:ext>
                </a:extLst>
              </a:tr>
            </a:tbl>
          </a:graphicData>
        </a:graphic>
      </p:graphicFrame>
    </p:spTree>
    <p:extLst>
      <p:ext uri="{BB962C8B-B14F-4D97-AF65-F5344CB8AC3E}">
        <p14:creationId xmlns:p14="http://schemas.microsoft.com/office/powerpoint/2010/main" val="893720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3F9BC-AE19-08B5-97EC-284AD0181C82}"/>
              </a:ext>
            </a:extLst>
          </p:cNvPr>
          <p:cNvSpPr>
            <a:spLocks noGrp="1"/>
          </p:cNvSpPr>
          <p:nvPr>
            <p:ph type="title"/>
          </p:nvPr>
        </p:nvSpPr>
        <p:spPr/>
        <p:txBody>
          <a:bodyPr/>
          <a:lstStyle/>
          <a:p>
            <a:r>
              <a:rPr lang="en-AU" dirty="0"/>
              <a:t>Implicitly-typed local variables</a:t>
            </a:r>
          </a:p>
        </p:txBody>
      </p:sp>
      <p:pic>
        <p:nvPicPr>
          <p:cNvPr id="5" name="Content Placeholder 4">
            <a:extLst>
              <a:ext uri="{FF2B5EF4-FFF2-40B4-BE49-F238E27FC236}">
                <a16:creationId xmlns:a16="http://schemas.microsoft.com/office/drawing/2014/main" id="{71B10998-396D-4F50-70AE-836CE246D854}"/>
              </a:ext>
            </a:extLst>
          </p:cNvPr>
          <p:cNvPicPr>
            <a:picLocks noGrp="1" noChangeAspect="1"/>
          </p:cNvPicPr>
          <p:nvPr>
            <p:ph idx="1"/>
          </p:nvPr>
        </p:nvPicPr>
        <p:blipFill>
          <a:blip r:embed="rId2"/>
          <a:stretch>
            <a:fillRect/>
          </a:stretch>
        </p:blipFill>
        <p:spPr>
          <a:xfrm>
            <a:off x="933852" y="2225442"/>
            <a:ext cx="10819975" cy="2535471"/>
          </a:xfrm>
        </p:spPr>
      </p:pic>
    </p:spTree>
    <p:extLst>
      <p:ext uri="{BB962C8B-B14F-4D97-AF65-F5344CB8AC3E}">
        <p14:creationId xmlns:p14="http://schemas.microsoft.com/office/powerpoint/2010/main" val="3222702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43C09-B409-FB1E-0FCF-582A3C38AC4E}"/>
              </a:ext>
            </a:extLst>
          </p:cNvPr>
          <p:cNvSpPr>
            <a:spLocks noGrp="1"/>
          </p:cNvSpPr>
          <p:nvPr>
            <p:ph type="title"/>
          </p:nvPr>
        </p:nvSpPr>
        <p:spPr/>
        <p:txBody>
          <a:bodyPr/>
          <a:lstStyle/>
          <a:p>
            <a:r>
              <a:rPr lang="en-AU" dirty="0"/>
              <a:t>C# Constants</a:t>
            </a:r>
          </a:p>
        </p:txBody>
      </p:sp>
      <p:sp>
        <p:nvSpPr>
          <p:cNvPr id="3" name="Content Placeholder 2">
            <a:extLst>
              <a:ext uri="{FF2B5EF4-FFF2-40B4-BE49-F238E27FC236}">
                <a16:creationId xmlns:a16="http://schemas.microsoft.com/office/drawing/2014/main" id="{DB9074DB-E6CA-05ED-85B8-EE53A2671E40}"/>
              </a:ext>
            </a:extLst>
          </p:cNvPr>
          <p:cNvSpPr>
            <a:spLocks noGrp="1"/>
          </p:cNvSpPr>
          <p:nvPr>
            <p:ph idx="1"/>
          </p:nvPr>
        </p:nvSpPr>
        <p:spPr/>
        <p:txBody>
          <a:bodyPr/>
          <a:lstStyle/>
          <a:p>
            <a:pPr marL="0" indent="0">
              <a:buNone/>
            </a:pPr>
            <a:r>
              <a:rPr lang="en-US" dirty="0"/>
              <a:t>If you don't want others (or yourself) to overwrite existing values, you can add the const keyword before the variable type. This will declare the variable as "constant", which means unchangeable and read-only:</a:t>
            </a:r>
            <a:endParaRPr lang="en-AU" dirty="0"/>
          </a:p>
        </p:txBody>
      </p:sp>
      <p:pic>
        <p:nvPicPr>
          <p:cNvPr id="5" name="Picture 4">
            <a:extLst>
              <a:ext uri="{FF2B5EF4-FFF2-40B4-BE49-F238E27FC236}">
                <a16:creationId xmlns:a16="http://schemas.microsoft.com/office/drawing/2014/main" id="{CCFA4CD5-CDC8-1338-B758-0BA89CACF4E1}"/>
              </a:ext>
            </a:extLst>
          </p:cNvPr>
          <p:cNvPicPr>
            <a:picLocks noChangeAspect="1"/>
          </p:cNvPicPr>
          <p:nvPr/>
        </p:nvPicPr>
        <p:blipFill>
          <a:blip r:embed="rId2"/>
          <a:stretch>
            <a:fillRect/>
          </a:stretch>
        </p:blipFill>
        <p:spPr>
          <a:xfrm>
            <a:off x="1141412" y="4202928"/>
            <a:ext cx="8428126" cy="1283471"/>
          </a:xfrm>
          <a:prstGeom prst="rect">
            <a:avLst/>
          </a:prstGeom>
        </p:spPr>
      </p:pic>
    </p:spTree>
    <p:extLst>
      <p:ext uri="{BB962C8B-B14F-4D97-AF65-F5344CB8AC3E}">
        <p14:creationId xmlns:p14="http://schemas.microsoft.com/office/powerpoint/2010/main" val="444974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72" name="Rectangle 71">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7F1350AC-D532-4ECD-83E2-925D57312176}"/>
              </a:ext>
            </a:extLst>
          </p:cNvPr>
          <p:cNvSpPr>
            <a:spLocks noGrp="1"/>
          </p:cNvSpPr>
          <p:nvPr>
            <p:ph type="title"/>
          </p:nvPr>
        </p:nvSpPr>
        <p:spPr>
          <a:xfrm>
            <a:off x="4996697" y="618518"/>
            <a:ext cx="6050713" cy="1478570"/>
          </a:xfrm>
        </p:spPr>
        <p:txBody>
          <a:bodyPr>
            <a:normAutofit/>
          </a:bodyPr>
          <a:lstStyle/>
          <a:p>
            <a:r>
              <a:rPr lang="en-AU" dirty="0"/>
              <a:t>typecasting</a:t>
            </a:r>
          </a:p>
        </p:txBody>
      </p:sp>
      <p:pic>
        <p:nvPicPr>
          <p:cNvPr id="6146" name="Picture 2" descr="See the source image">
            <a:extLst>
              <a:ext uri="{FF2B5EF4-FFF2-40B4-BE49-F238E27FC236}">
                <a16:creationId xmlns:a16="http://schemas.microsoft.com/office/drawing/2014/main" id="{266EA6A8-959A-49F4-863D-75F5CDE4844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992" r="19862" b="-1"/>
          <a:stretch/>
        </p:blipFill>
        <p:spPr bwMode="auto">
          <a:xfrm>
            <a:off x="-5597" y="10"/>
            <a:ext cx="4635583" cy="6857990"/>
          </a:xfrm>
          <a:prstGeom prst="rect">
            <a:avLst/>
          </a:prstGeom>
          <a:noFill/>
          <a:extLst>
            <a:ext uri="{909E8E84-426E-40DD-AFC4-6F175D3DCCD1}">
              <a14:hiddenFill xmlns:a14="http://schemas.microsoft.com/office/drawing/2010/main">
                <a:solidFill>
                  <a:srgbClr val="FFFFFF"/>
                </a:solidFill>
              </a14:hiddenFill>
            </a:ext>
          </a:extLst>
        </p:spPr>
      </p:pic>
      <p:grpSp>
        <p:nvGrpSpPr>
          <p:cNvPr id="75" name="Group 74">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76" name="Rectangle 75">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AU"/>
            </a:p>
          </p:txBody>
        </p:sp>
        <p:sp>
          <p:nvSpPr>
            <p:cNvPr id="77"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78"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79" name="Rectangle 78">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AU"/>
            </a:p>
          </p:txBody>
        </p:sp>
        <p:sp>
          <p:nvSpPr>
            <p:cNvPr id="80"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81"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82"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83"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84"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85"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86"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87"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88"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89"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90"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91"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92"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93"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94"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95"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96"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97"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98"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99"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00"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01"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02"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03"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04" name="Rectangle 103">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AU"/>
            </a:p>
          </p:txBody>
        </p:sp>
        <p:sp>
          <p:nvSpPr>
            <p:cNvPr id="105"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06"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07"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08"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09"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10"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11"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12"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13"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14"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15"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16" name="Rectangle 115">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AU"/>
            </a:p>
          </p:txBody>
        </p:sp>
        <p:sp>
          <p:nvSpPr>
            <p:cNvPr id="117"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18"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19"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20"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21"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22"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23"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24"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25"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26"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27"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28"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sp>
          <p:nvSpPr>
            <p:cNvPr id="129"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AU"/>
            </a:p>
          </p:txBody>
        </p:sp>
      </p:grpSp>
      <p:sp>
        <p:nvSpPr>
          <p:cNvPr id="3" name="Content Placeholder 2">
            <a:extLst>
              <a:ext uri="{FF2B5EF4-FFF2-40B4-BE49-F238E27FC236}">
                <a16:creationId xmlns:a16="http://schemas.microsoft.com/office/drawing/2014/main" id="{BF7E87A4-535F-438A-9633-038F6457BEAC}"/>
              </a:ext>
            </a:extLst>
          </p:cNvPr>
          <p:cNvSpPr>
            <a:spLocks noGrp="1"/>
          </p:cNvSpPr>
          <p:nvPr>
            <p:ph idx="1"/>
          </p:nvPr>
        </p:nvSpPr>
        <p:spPr>
          <a:xfrm>
            <a:off x="4968958" y="2249487"/>
            <a:ext cx="6078453" cy="3541714"/>
          </a:xfrm>
        </p:spPr>
        <p:txBody>
          <a:bodyPr>
            <a:normAutofit/>
          </a:bodyPr>
          <a:lstStyle/>
          <a:p>
            <a:pPr marL="0" indent="0">
              <a:lnSpc>
                <a:spcPct val="110000"/>
              </a:lnSpc>
              <a:buNone/>
            </a:pPr>
            <a:r>
              <a:rPr lang="en-AU" dirty="0"/>
              <a:t>Sometimes you need to convert variables from one data type to another in your code. This may be because you need to convert one numeric type to another, or you need to get user input, which is often read into the system as a string, and convert it to a number.</a:t>
            </a:r>
          </a:p>
          <a:p>
            <a:pPr marL="0" indent="0">
              <a:lnSpc>
                <a:spcPct val="110000"/>
              </a:lnSpc>
              <a:buNone/>
            </a:pPr>
            <a:r>
              <a:rPr lang="en-AU" dirty="0"/>
              <a:t>We do this by typecasting, and there are 2 types of ways this is done.</a:t>
            </a:r>
          </a:p>
        </p:txBody>
      </p:sp>
      <p:sp>
        <p:nvSpPr>
          <p:cNvPr id="4" name="TextBox 3">
            <a:extLst>
              <a:ext uri="{FF2B5EF4-FFF2-40B4-BE49-F238E27FC236}">
                <a16:creationId xmlns:a16="http://schemas.microsoft.com/office/drawing/2014/main" id="{79E7358A-FA9C-FC7D-B3D3-94941E38C4A7}"/>
              </a:ext>
            </a:extLst>
          </p:cNvPr>
          <p:cNvSpPr txBox="1"/>
          <p:nvPr/>
        </p:nvSpPr>
        <p:spPr>
          <a:xfrm>
            <a:off x="4996697" y="5791201"/>
            <a:ext cx="6852002" cy="830997"/>
          </a:xfrm>
          <a:prstGeom prst="rect">
            <a:avLst/>
          </a:prstGeom>
          <a:noFill/>
        </p:spPr>
        <p:txBody>
          <a:bodyPr wrap="square" rtlCol="0">
            <a:spAutoFit/>
          </a:bodyPr>
          <a:lstStyle/>
          <a:p>
            <a:r>
              <a:rPr lang="en-AU" sz="2400" dirty="0">
                <a:hlinkClick r:id="rId5"/>
              </a:rPr>
              <a:t>https://www.youtube.com/watch?v=uajWePMMs84</a:t>
            </a:r>
            <a:endParaRPr lang="en-AU" sz="2400" dirty="0"/>
          </a:p>
          <a:p>
            <a:endParaRPr lang="en-AU" sz="2400" dirty="0"/>
          </a:p>
        </p:txBody>
      </p:sp>
    </p:spTree>
    <p:extLst>
      <p:ext uri="{BB962C8B-B14F-4D97-AF65-F5344CB8AC3E}">
        <p14:creationId xmlns:p14="http://schemas.microsoft.com/office/powerpoint/2010/main" val="2180301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1733-38BD-463A-859C-DABF9B6CB0A7}"/>
              </a:ext>
            </a:extLst>
          </p:cNvPr>
          <p:cNvSpPr>
            <a:spLocks noGrp="1"/>
          </p:cNvSpPr>
          <p:nvPr>
            <p:ph type="title"/>
          </p:nvPr>
        </p:nvSpPr>
        <p:spPr>
          <a:xfrm>
            <a:off x="1141413" y="618517"/>
            <a:ext cx="2877336" cy="5507328"/>
          </a:xfrm>
        </p:spPr>
        <p:txBody>
          <a:bodyPr>
            <a:normAutofit/>
          </a:bodyPr>
          <a:lstStyle/>
          <a:p>
            <a:r>
              <a:rPr lang="en-AU" dirty="0"/>
              <a:t>Implicit casting</a:t>
            </a:r>
          </a:p>
        </p:txBody>
      </p:sp>
      <p:sp>
        <p:nvSpPr>
          <p:cNvPr id="3" name="Content Placeholder 2">
            <a:extLst>
              <a:ext uri="{FF2B5EF4-FFF2-40B4-BE49-F238E27FC236}">
                <a16:creationId xmlns:a16="http://schemas.microsoft.com/office/drawing/2014/main" id="{082EC254-7A6D-4B17-BCFC-9B8437821D42}"/>
              </a:ext>
            </a:extLst>
          </p:cNvPr>
          <p:cNvSpPr>
            <a:spLocks noGrp="1"/>
          </p:cNvSpPr>
          <p:nvPr>
            <p:ph idx="1"/>
          </p:nvPr>
        </p:nvSpPr>
        <p:spPr>
          <a:xfrm>
            <a:off x="4540743" y="638650"/>
            <a:ext cx="7034485" cy="3782778"/>
          </a:xfrm>
        </p:spPr>
        <p:txBody>
          <a:bodyPr>
            <a:normAutofit fontScale="92500" lnSpcReduction="10000"/>
          </a:bodyPr>
          <a:lstStyle/>
          <a:p>
            <a:pPr marL="0" indent="0">
              <a:buNone/>
            </a:pPr>
            <a:r>
              <a:rPr lang="en-AU" dirty="0"/>
              <a:t>When assigning a char or another numeric variable to a larger variable type, your code will do this for you automatically without any extra work.</a:t>
            </a:r>
          </a:p>
          <a:p>
            <a:pPr marL="0" indent="0">
              <a:buNone/>
            </a:pPr>
            <a:r>
              <a:rPr lang="en-AU" dirty="0"/>
              <a:t>This is possible because the larger type will always be compatible with the smaller one. This is because all the larger numeric types are simply extensions on the range of their smaller counterparts.</a:t>
            </a:r>
          </a:p>
          <a:p>
            <a:pPr marL="0" indent="0">
              <a:buNone/>
            </a:pPr>
            <a:r>
              <a:rPr lang="en-AU" dirty="0"/>
              <a:t>NOTE: char variables will convert to their numeric ASCII keycode designation.</a:t>
            </a:r>
          </a:p>
        </p:txBody>
      </p:sp>
      <p:pic>
        <p:nvPicPr>
          <p:cNvPr id="4" name="Picture 3">
            <a:extLst>
              <a:ext uri="{FF2B5EF4-FFF2-40B4-BE49-F238E27FC236}">
                <a16:creationId xmlns:a16="http://schemas.microsoft.com/office/drawing/2014/main" id="{39307C27-092E-44A5-8761-80F71F0C1F35}"/>
              </a:ext>
            </a:extLst>
          </p:cNvPr>
          <p:cNvPicPr>
            <a:picLocks noChangeAspect="1"/>
          </p:cNvPicPr>
          <p:nvPr/>
        </p:nvPicPr>
        <p:blipFill>
          <a:blip r:embed="rId3"/>
          <a:stretch>
            <a:fillRect/>
          </a:stretch>
        </p:blipFill>
        <p:spPr>
          <a:xfrm>
            <a:off x="5139933" y="4604942"/>
            <a:ext cx="6083612" cy="1520903"/>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2618208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1733-38BD-463A-859C-DABF9B6CB0A7}"/>
              </a:ext>
            </a:extLst>
          </p:cNvPr>
          <p:cNvSpPr>
            <a:spLocks noGrp="1"/>
          </p:cNvSpPr>
          <p:nvPr>
            <p:ph type="title"/>
          </p:nvPr>
        </p:nvSpPr>
        <p:spPr>
          <a:xfrm>
            <a:off x="1141413" y="618517"/>
            <a:ext cx="2877336" cy="5507328"/>
          </a:xfrm>
        </p:spPr>
        <p:txBody>
          <a:bodyPr>
            <a:normAutofit/>
          </a:bodyPr>
          <a:lstStyle/>
          <a:p>
            <a:r>
              <a:rPr lang="en-AU" dirty="0"/>
              <a:t>Explicit casting</a:t>
            </a:r>
          </a:p>
        </p:txBody>
      </p:sp>
      <p:sp>
        <p:nvSpPr>
          <p:cNvPr id="3" name="Content Placeholder 2">
            <a:extLst>
              <a:ext uri="{FF2B5EF4-FFF2-40B4-BE49-F238E27FC236}">
                <a16:creationId xmlns:a16="http://schemas.microsoft.com/office/drawing/2014/main" id="{082EC254-7A6D-4B17-BCFC-9B8437821D42}"/>
              </a:ext>
            </a:extLst>
          </p:cNvPr>
          <p:cNvSpPr>
            <a:spLocks noGrp="1"/>
          </p:cNvSpPr>
          <p:nvPr>
            <p:ph idx="1"/>
          </p:nvPr>
        </p:nvSpPr>
        <p:spPr>
          <a:xfrm>
            <a:off x="4540743" y="638650"/>
            <a:ext cx="7034485" cy="3782778"/>
          </a:xfrm>
        </p:spPr>
        <p:txBody>
          <a:bodyPr>
            <a:normAutofit/>
          </a:bodyPr>
          <a:lstStyle/>
          <a:p>
            <a:pPr marL="0" indent="0">
              <a:buNone/>
            </a:pPr>
            <a:r>
              <a:rPr lang="en-AU" sz="2200"/>
              <a:t>Whenever converting from a larger numeric type to a smaller one or from a number to a string and vice-versa you need to attempt to perform a manual typecast.</a:t>
            </a:r>
          </a:p>
          <a:p>
            <a:pPr marL="0" indent="0">
              <a:buNone/>
            </a:pPr>
            <a:r>
              <a:rPr lang="en-AU" sz="2200"/>
              <a:t>With numeric variables this may be because a larger value may not fit inside the allowed memory of the smaller number or it may lose precision (decimal places) in doing so. Other conversions may not work due to compatibility issues such as converting a word to a number.</a:t>
            </a:r>
          </a:p>
        </p:txBody>
      </p:sp>
      <p:pic>
        <p:nvPicPr>
          <p:cNvPr id="7" name="Picture 6">
            <a:extLst>
              <a:ext uri="{FF2B5EF4-FFF2-40B4-BE49-F238E27FC236}">
                <a16:creationId xmlns:a16="http://schemas.microsoft.com/office/drawing/2014/main" id="{C37AD86B-D029-4AD6-AF26-C0D1DFA63A36}"/>
              </a:ext>
            </a:extLst>
          </p:cNvPr>
          <p:cNvPicPr>
            <a:picLocks noChangeAspect="1"/>
          </p:cNvPicPr>
          <p:nvPr/>
        </p:nvPicPr>
        <p:blipFill>
          <a:blip r:embed="rId3"/>
          <a:stretch>
            <a:fillRect/>
          </a:stretch>
        </p:blipFill>
        <p:spPr>
          <a:xfrm>
            <a:off x="5054953" y="4177587"/>
            <a:ext cx="5995634" cy="2233374"/>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3080543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CBA50DB-DBC7-4B6E-B3C1-8FF1EA519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DED8FB6-AF8D-4D98-913D-E6486FEC10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14" name="Group 13">
              <a:extLst>
                <a:ext uri="{FF2B5EF4-FFF2-40B4-BE49-F238E27FC236}">
                  <a16:creationId xmlns:a16="http://schemas.microsoft.com/office/drawing/2014/main" id="{0A805ED2-113B-4584-8827-567B5792F1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6" name="Rectangle 5">
                <a:extLst>
                  <a:ext uri="{FF2B5EF4-FFF2-40B4-BE49-F238E27FC236}">
                    <a16:creationId xmlns:a16="http://schemas.microsoft.com/office/drawing/2014/main" id="{C6CF21D8-CC72-4F35-A29E-3AF9E6DA130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27" name="Freeform 6">
                <a:extLst>
                  <a:ext uri="{FF2B5EF4-FFF2-40B4-BE49-F238E27FC236}">
                    <a16:creationId xmlns:a16="http://schemas.microsoft.com/office/drawing/2014/main" id="{8E60A7C3-087D-47B4-AB5A-C8B1042FD2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8" name="Freeform 7">
                <a:extLst>
                  <a:ext uri="{FF2B5EF4-FFF2-40B4-BE49-F238E27FC236}">
                    <a16:creationId xmlns:a16="http://schemas.microsoft.com/office/drawing/2014/main" id="{1885EECE-F6D9-4128-BC90-01583BF269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9" name="Freeform 8">
                <a:extLst>
                  <a:ext uri="{FF2B5EF4-FFF2-40B4-BE49-F238E27FC236}">
                    <a16:creationId xmlns:a16="http://schemas.microsoft.com/office/drawing/2014/main" id="{F44AA128-AA96-4FF2-A1C3-F9D2E7FD3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0" name="Freeform 9">
                <a:extLst>
                  <a:ext uri="{FF2B5EF4-FFF2-40B4-BE49-F238E27FC236}">
                    <a16:creationId xmlns:a16="http://schemas.microsoft.com/office/drawing/2014/main" id="{7E52DC12-230B-4892-B284-F2FE9DE16A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1" name="Freeform 10">
                <a:extLst>
                  <a:ext uri="{FF2B5EF4-FFF2-40B4-BE49-F238E27FC236}">
                    <a16:creationId xmlns:a16="http://schemas.microsoft.com/office/drawing/2014/main" id="{A68FBF9E-B81A-41D0-8A03-6CFC30811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2" name="Freeform 11">
                <a:extLst>
                  <a:ext uri="{FF2B5EF4-FFF2-40B4-BE49-F238E27FC236}">
                    <a16:creationId xmlns:a16="http://schemas.microsoft.com/office/drawing/2014/main" id="{B0047F84-8480-494F-9241-39FF17CFF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3" name="Freeform 12">
                <a:extLst>
                  <a:ext uri="{FF2B5EF4-FFF2-40B4-BE49-F238E27FC236}">
                    <a16:creationId xmlns:a16="http://schemas.microsoft.com/office/drawing/2014/main" id="{8CAF76D8-4B95-4A8E-9EE5-8CCC0A7AD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4" name="Freeform 13">
                <a:extLst>
                  <a:ext uri="{FF2B5EF4-FFF2-40B4-BE49-F238E27FC236}">
                    <a16:creationId xmlns:a16="http://schemas.microsoft.com/office/drawing/2014/main" id="{792F82F3-05A8-4A55-8C5B-81F6678B59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5" name="Freeform 14">
                <a:extLst>
                  <a:ext uri="{FF2B5EF4-FFF2-40B4-BE49-F238E27FC236}">
                    <a16:creationId xmlns:a16="http://schemas.microsoft.com/office/drawing/2014/main" id="{B8472536-021A-4E59-BD59-DDC090A18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6" name="Freeform 15">
                <a:extLst>
                  <a:ext uri="{FF2B5EF4-FFF2-40B4-BE49-F238E27FC236}">
                    <a16:creationId xmlns:a16="http://schemas.microsoft.com/office/drawing/2014/main" id="{AEBEF646-3C12-469F-B194-A161A7A95D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7" name="Line 16">
                <a:extLst>
                  <a:ext uri="{FF2B5EF4-FFF2-40B4-BE49-F238E27FC236}">
                    <a16:creationId xmlns:a16="http://schemas.microsoft.com/office/drawing/2014/main" id="{D4501159-D7AC-4307-9DFC-C8F3A94341D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AU"/>
              </a:p>
            </p:txBody>
          </p:sp>
          <p:sp>
            <p:nvSpPr>
              <p:cNvPr id="38" name="Freeform 17">
                <a:extLst>
                  <a:ext uri="{FF2B5EF4-FFF2-40B4-BE49-F238E27FC236}">
                    <a16:creationId xmlns:a16="http://schemas.microsoft.com/office/drawing/2014/main" id="{B5244C41-454C-47D8-A6A9-C17EC2A36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39" name="Freeform 18">
                <a:extLst>
                  <a:ext uri="{FF2B5EF4-FFF2-40B4-BE49-F238E27FC236}">
                    <a16:creationId xmlns:a16="http://schemas.microsoft.com/office/drawing/2014/main" id="{8FA883B8-99FB-4540-B573-F0674BFB1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0" name="Freeform 19">
                <a:extLst>
                  <a:ext uri="{FF2B5EF4-FFF2-40B4-BE49-F238E27FC236}">
                    <a16:creationId xmlns:a16="http://schemas.microsoft.com/office/drawing/2014/main" id="{F1178B7C-5A00-4E5B-9010-B1477621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1" name="Freeform 20">
                <a:extLst>
                  <a:ext uri="{FF2B5EF4-FFF2-40B4-BE49-F238E27FC236}">
                    <a16:creationId xmlns:a16="http://schemas.microsoft.com/office/drawing/2014/main" id="{E359D5D8-EE2E-4714-A40A-C3A6D91F98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2" name="Rectangle 21">
                <a:extLst>
                  <a:ext uri="{FF2B5EF4-FFF2-40B4-BE49-F238E27FC236}">
                    <a16:creationId xmlns:a16="http://schemas.microsoft.com/office/drawing/2014/main" id="{8A89C2E5-F892-4666-85FB-995578FBC7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sp>
            <p:nvSpPr>
              <p:cNvPr id="43" name="Freeform 22">
                <a:extLst>
                  <a:ext uri="{FF2B5EF4-FFF2-40B4-BE49-F238E27FC236}">
                    <a16:creationId xmlns:a16="http://schemas.microsoft.com/office/drawing/2014/main" id="{6DC6174B-0EC3-4A81-A0D1-D10DBB869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4" name="Freeform 23">
                <a:extLst>
                  <a:ext uri="{FF2B5EF4-FFF2-40B4-BE49-F238E27FC236}">
                    <a16:creationId xmlns:a16="http://schemas.microsoft.com/office/drawing/2014/main" id="{2CB96070-0553-4F79-984C-8DABB1CD5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5" name="Freeform 24">
                <a:extLst>
                  <a:ext uri="{FF2B5EF4-FFF2-40B4-BE49-F238E27FC236}">
                    <a16:creationId xmlns:a16="http://schemas.microsoft.com/office/drawing/2014/main" id="{BA23B6E2-3718-4009-B80E-9279154B1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6" name="Freeform 25">
                <a:extLst>
                  <a:ext uri="{FF2B5EF4-FFF2-40B4-BE49-F238E27FC236}">
                    <a16:creationId xmlns:a16="http://schemas.microsoft.com/office/drawing/2014/main" id="{CAFB32D5-E528-419B-80EE-1475633970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7" name="Freeform 26">
                <a:extLst>
                  <a:ext uri="{FF2B5EF4-FFF2-40B4-BE49-F238E27FC236}">
                    <a16:creationId xmlns:a16="http://schemas.microsoft.com/office/drawing/2014/main" id="{A68ADD35-4FEA-404D-B2F3-23556E6E8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8" name="Freeform 27">
                <a:extLst>
                  <a:ext uri="{FF2B5EF4-FFF2-40B4-BE49-F238E27FC236}">
                    <a16:creationId xmlns:a16="http://schemas.microsoft.com/office/drawing/2014/main" id="{89CF17CA-49E3-4B4A-836A-4FD55C67B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49" name="Freeform 28">
                <a:extLst>
                  <a:ext uri="{FF2B5EF4-FFF2-40B4-BE49-F238E27FC236}">
                    <a16:creationId xmlns:a16="http://schemas.microsoft.com/office/drawing/2014/main" id="{AB394F2E-F3E7-4CED-84A9-35C47AB287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50" name="Freeform 29">
                <a:extLst>
                  <a:ext uri="{FF2B5EF4-FFF2-40B4-BE49-F238E27FC236}">
                    <a16:creationId xmlns:a16="http://schemas.microsoft.com/office/drawing/2014/main" id="{FF816C2F-3999-4A9F-8395-5D68ED33A4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51" name="Freeform 30">
                <a:extLst>
                  <a:ext uri="{FF2B5EF4-FFF2-40B4-BE49-F238E27FC236}">
                    <a16:creationId xmlns:a16="http://schemas.microsoft.com/office/drawing/2014/main" id="{82AD6AC6-71D5-4BD8-9185-D3062968B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52" name="Freeform 31">
                <a:extLst>
                  <a:ext uri="{FF2B5EF4-FFF2-40B4-BE49-F238E27FC236}">
                    <a16:creationId xmlns:a16="http://schemas.microsoft.com/office/drawing/2014/main" id="{743A50C2-65CF-4F4C-B412-6149A93ACF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grpSp>
        <p:grpSp>
          <p:nvGrpSpPr>
            <p:cNvPr id="15" name="Group 14">
              <a:extLst>
                <a:ext uri="{FF2B5EF4-FFF2-40B4-BE49-F238E27FC236}">
                  <a16:creationId xmlns:a16="http://schemas.microsoft.com/office/drawing/2014/main" id="{6C0E7A88-FEDF-4C4F-A6B4-F7DDE9DE9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16" name="Freeform 32">
                <a:extLst>
                  <a:ext uri="{FF2B5EF4-FFF2-40B4-BE49-F238E27FC236}">
                    <a16:creationId xmlns:a16="http://schemas.microsoft.com/office/drawing/2014/main" id="{AE94B3EE-D5C0-4BDE-B6AA-7599F048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17" name="Freeform 33">
                <a:extLst>
                  <a:ext uri="{FF2B5EF4-FFF2-40B4-BE49-F238E27FC236}">
                    <a16:creationId xmlns:a16="http://schemas.microsoft.com/office/drawing/2014/main" id="{5EF110E8-C00D-454E-8F3A-ECF2D35667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18" name="Freeform 34">
                <a:extLst>
                  <a:ext uri="{FF2B5EF4-FFF2-40B4-BE49-F238E27FC236}">
                    <a16:creationId xmlns:a16="http://schemas.microsoft.com/office/drawing/2014/main" id="{BFC5F327-6927-4F35-9AF6-C45527BB45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19" name="Freeform 35">
                <a:extLst>
                  <a:ext uri="{FF2B5EF4-FFF2-40B4-BE49-F238E27FC236}">
                    <a16:creationId xmlns:a16="http://schemas.microsoft.com/office/drawing/2014/main" id="{BF2D314D-AEDE-418D-9702-D3CDB98C3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0" name="Freeform 36">
                <a:extLst>
                  <a:ext uri="{FF2B5EF4-FFF2-40B4-BE49-F238E27FC236}">
                    <a16:creationId xmlns:a16="http://schemas.microsoft.com/office/drawing/2014/main" id="{64FD07F8-3CA6-4209-9A9E-30609FE9A3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1" name="Freeform 37">
                <a:extLst>
                  <a:ext uri="{FF2B5EF4-FFF2-40B4-BE49-F238E27FC236}">
                    <a16:creationId xmlns:a16="http://schemas.microsoft.com/office/drawing/2014/main" id="{AB0AE24D-CD49-4B57-82E0-780F62AE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2" name="Freeform 38">
                <a:extLst>
                  <a:ext uri="{FF2B5EF4-FFF2-40B4-BE49-F238E27FC236}">
                    <a16:creationId xmlns:a16="http://schemas.microsoft.com/office/drawing/2014/main" id="{66803AF8-6368-45E6-A0B7-C0C4CFFEEB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3" name="Freeform 39">
                <a:extLst>
                  <a:ext uri="{FF2B5EF4-FFF2-40B4-BE49-F238E27FC236}">
                    <a16:creationId xmlns:a16="http://schemas.microsoft.com/office/drawing/2014/main" id="{B4761E05-2792-472B-A814-9616151CF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4" name="Freeform 40">
                <a:extLst>
                  <a:ext uri="{FF2B5EF4-FFF2-40B4-BE49-F238E27FC236}">
                    <a16:creationId xmlns:a16="http://schemas.microsoft.com/office/drawing/2014/main" id="{40B6A261-9427-4E70-9564-048AD009B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AU"/>
              </a:p>
            </p:txBody>
          </p:sp>
          <p:sp>
            <p:nvSpPr>
              <p:cNvPr id="25" name="Rectangle 41">
                <a:extLst>
                  <a:ext uri="{FF2B5EF4-FFF2-40B4-BE49-F238E27FC236}">
                    <a16:creationId xmlns:a16="http://schemas.microsoft.com/office/drawing/2014/main" id="{68BFDFBE-2286-4123-9436-E1DF84AF494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AU"/>
              </a:p>
            </p:txBody>
          </p:sp>
        </p:grpSp>
      </p:grpSp>
      <p:pic>
        <p:nvPicPr>
          <p:cNvPr id="54" name="Picture 2">
            <a:extLst>
              <a:ext uri="{FF2B5EF4-FFF2-40B4-BE49-F238E27FC236}">
                <a16:creationId xmlns:a16="http://schemas.microsoft.com/office/drawing/2014/main" id="{5B3DE270-418F-47A7-B311-C4D876041D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945C69C-6762-4566-8794-9188615F08D7}"/>
              </a:ext>
            </a:extLst>
          </p:cNvPr>
          <p:cNvSpPr>
            <a:spLocks noGrp="1"/>
          </p:cNvSpPr>
          <p:nvPr>
            <p:ph type="title"/>
          </p:nvPr>
        </p:nvSpPr>
        <p:spPr>
          <a:xfrm>
            <a:off x="8036041" y="618518"/>
            <a:ext cx="3281003" cy="912813"/>
          </a:xfrm>
        </p:spPr>
        <p:txBody>
          <a:bodyPr anchor="b">
            <a:normAutofit/>
          </a:bodyPr>
          <a:lstStyle/>
          <a:p>
            <a:r>
              <a:rPr lang="en-AU" sz="2800" dirty="0">
                <a:solidFill>
                  <a:srgbClr val="FFFFFF"/>
                </a:solidFill>
              </a:rPr>
              <a:t>Explicit typecasting</a:t>
            </a:r>
          </a:p>
        </p:txBody>
      </p:sp>
      <p:sp useBgFill="1">
        <p:nvSpPr>
          <p:cNvPr id="56" name="Round Diagonal Corner Rectangle 11">
            <a:extLst>
              <a:ext uri="{FF2B5EF4-FFF2-40B4-BE49-F238E27FC236}">
                <a16:creationId xmlns:a16="http://schemas.microsoft.com/office/drawing/2014/main" id="{A1351C6B-7343-451F-AB4A-1CE294A4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A2080514-E692-4C19-A557-0994F0DC3EDD}"/>
              </a:ext>
            </a:extLst>
          </p:cNvPr>
          <p:cNvPicPr>
            <a:picLocks noChangeAspect="1"/>
          </p:cNvPicPr>
          <p:nvPr/>
        </p:nvPicPr>
        <p:blipFill>
          <a:blip r:embed="rId3"/>
          <a:stretch>
            <a:fillRect/>
          </a:stretch>
        </p:blipFill>
        <p:spPr>
          <a:xfrm>
            <a:off x="1118988" y="1936697"/>
            <a:ext cx="6112382" cy="2979144"/>
          </a:xfrm>
          <a:prstGeom prst="rect">
            <a:avLst/>
          </a:prstGeom>
        </p:spPr>
      </p:pic>
      <p:sp>
        <p:nvSpPr>
          <p:cNvPr id="8" name="Content Placeholder 7">
            <a:extLst>
              <a:ext uri="{FF2B5EF4-FFF2-40B4-BE49-F238E27FC236}">
                <a16:creationId xmlns:a16="http://schemas.microsoft.com/office/drawing/2014/main" id="{3907C03F-6957-4F20-85A2-2F4605716D06}"/>
              </a:ext>
            </a:extLst>
          </p:cNvPr>
          <p:cNvSpPr>
            <a:spLocks noGrp="1"/>
          </p:cNvSpPr>
          <p:nvPr>
            <p:ph idx="1"/>
          </p:nvPr>
        </p:nvSpPr>
        <p:spPr>
          <a:xfrm>
            <a:off x="8036041" y="1611313"/>
            <a:ext cx="3281004" cy="4179888"/>
          </a:xfrm>
        </p:spPr>
        <p:txBody>
          <a:bodyPr>
            <a:normAutofit/>
          </a:bodyPr>
          <a:lstStyle/>
          <a:p>
            <a:pPr marL="0" indent="0">
              <a:buNone/>
            </a:pPr>
            <a:r>
              <a:rPr lang="en-US" sz="2000" dirty="0">
                <a:solidFill>
                  <a:srgbClr val="FFFFFF"/>
                </a:solidFill>
              </a:rPr>
              <a:t>Casting between numeric types can be done by placing the type in parentheses in front of the value being assigned to a smaller data type.</a:t>
            </a:r>
          </a:p>
          <a:p>
            <a:pPr marL="0" indent="0">
              <a:buNone/>
            </a:pPr>
            <a:r>
              <a:rPr lang="en-US" sz="2000" dirty="0">
                <a:solidFill>
                  <a:srgbClr val="FFFFFF"/>
                </a:solidFill>
              </a:rPr>
              <a:t>This may lead to the loss of decimal places and can still fail if the number is still too large to fit in the smaller type.</a:t>
            </a:r>
          </a:p>
        </p:txBody>
      </p:sp>
    </p:spTree>
    <p:extLst>
      <p:ext uri="{BB962C8B-B14F-4D97-AF65-F5344CB8AC3E}">
        <p14:creationId xmlns:p14="http://schemas.microsoft.com/office/powerpoint/2010/main" val="1125388519"/>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8CF25-7150-416D-BC3D-F5C07EBE6430}"/>
              </a:ext>
            </a:extLst>
          </p:cNvPr>
          <p:cNvSpPr>
            <a:spLocks noGrp="1"/>
          </p:cNvSpPr>
          <p:nvPr>
            <p:ph type="title"/>
          </p:nvPr>
        </p:nvSpPr>
        <p:spPr>
          <a:xfrm>
            <a:off x="1141413" y="618517"/>
            <a:ext cx="2877336" cy="5507328"/>
          </a:xfrm>
        </p:spPr>
        <p:txBody>
          <a:bodyPr>
            <a:normAutofit/>
          </a:bodyPr>
          <a:lstStyle/>
          <a:p>
            <a:r>
              <a:rPr lang="en-AU" dirty="0"/>
              <a:t>convert methods</a:t>
            </a:r>
          </a:p>
        </p:txBody>
      </p:sp>
      <p:sp>
        <p:nvSpPr>
          <p:cNvPr id="3" name="Content Placeholder 2">
            <a:extLst>
              <a:ext uri="{FF2B5EF4-FFF2-40B4-BE49-F238E27FC236}">
                <a16:creationId xmlns:a16="http://schemas.microsoft.com/office/drawing/2014/main" id="{6B303728-4D30-4993-ACA6-72C9E6268292}"/>
              </a:ext>
            </a:extLst>
          </p:cNvPr>
          <p:cNvSpPr>
            <a:spLocks noGrp="1"/>
          </p:cNvSpPr>
          <p:nvPr>
            <p:ph idx="1"/>
          </p:nvPr>
        </p:nvSpPr>
        <p:spPr>
          <a:xfrm>
            <a:off x="4540743" y="638650"/>
            <a:ext cx="7034485" cy="3782778"/>
          </a:xfrm>
        </p:spPr>
        <p:txBody>
          <a:bodyPr>
            <a:normAutofit/>
          </a:bodyPr>
          <a:lstStyle/>
          <a:p>
            <a:pPr marL="0" indent="0">
              <a:buNone/>
            </a:pPr>
            <a:r>
              <a:rPr lang="en-AU"/>
              <a:t>You can change many data types from one type to another using one of the “Convert” methods. This will work for many conversions as long as the value being converted is compatible with the receiving type.</a:t>
            </a:r>
          </a:p>
          <a:p>
            <a:pPr marL="0" indent="0">
              <a:buNone/>
            </a:pPr>
            <a:r>
              <a:rPr lang="en-AU"/>
              <a:t>NOTE: The conversion for long is ToInt64() and for float is ToSingle() as the names long and float are actually aliases used in C#.</a:t>
            </a:r>
          </a:p>
        </p:txBody>
      </p:sp>
      <p:pic>
        <p:nvPicPr>
          <p:cNvPr id="4" name="Picture 3">
            <a:extLst>
              <a:ext uri="{FF2B5EF4-FFF2-40B4-BE49-F238E27FC236}">
                <a16:creationId xmlns:a16="http://schemas.microsoft.com/office/drawing/2014/main" id="{B924A60D-A0F1-4B41-B25A-2293851CBA88}"/>
              </a:ext>
            </a:extLst>
          </p:cNvPr>
          <p:cNvPicPr>
            <a:picLocks noChangeAspect="1"/>
          </p:cNvPicPr>
          <p:nvPr/>
        </p:nvPicPr>
        <p:blipFill>
          <a:blip r:embed="rId3"/>
          <a:stretch>
            <a:fillRect/>
          </a:stretch>
        </p:blipFill>
        <p:spPr>
          <a:xfrm>
            <a:off x="4601487" y="4035982"/>
            <a:ext cx="6882608" cy="162313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994733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8CF25-7150-416D-BC3D-F5C07EBE6430}"/>
              </a:ext>
            </a:extLst>
          </p:cNvPr>
          <p:cNvSpPr>
            <a:spLocks noGrp="1"/>
          </p:cNvSpPr>
          <p:nvPr>
            <p:ph type="title"/>
          </p:nvPr>
        </p:nvSpPr>
        <p:spPr>
          <a:xfrm>
            <a:off x="1141413" y="618517"/>
            <a:ext cx="2877336" cy="5507328"/>
          </a:xfrm>
        </p:spPr>
        <p:txBody>
          <a:bodyPr>
            <a:normAutofit/>
          </a:bodyPr>
          <a:lstStyle/>
          <a:p>
            <a:r>
              <a:rPr lang="en-AU" dirty="0"/>
              <a:t>Parse methods</a:t>
            </a:r>
          </a:p>
        </p:txBody>
      </p:sp>
      <p:sp>
        <p:nvSpPr>
          <p:cNvPr id="3" name="Content Placeholder 2">
            <a:extLst>
              <a:ext uri="{FF2B5EF4-FFF2-40B4-BE49-F238E27FC236}">
                <a16:creationId xmlns:a16="http://schemas.microsoft.com/office/drawing/2014/main" id="{6B303728-4D30-4993-ACA6-72C9E6268292}"/>
              </a:ext>
            </a:extLst>
          </p:cNvPr>
          <p:cNvSpPr>
            <a:spLocks noGrp="1"/>
          </p:cNvSpPr>
          <p:nvPr>
            <p:ph idx="1"/>
          </p:nvPr>
        </p:nvSpPr>
        <p:spPr>
          <a:xfrm>
            <a:off x="4540743" y="638650"/>
            <a:ext cx="7034485" cy="3782778"/>
          </a:xfrm>
        </p:spPr>
        <p:txBody>
          <a:bodyPr>
            <a:normAutofit/>
          </a:bodyPr>
          <a:lstStyle/>
          <a:p>
            <a:pPr marL="0" indent="0">
              <a:buNone/>
            </a:pPr>
            <a:r>
              <a:rPr lang="en-AU" dirty="0"/>
              <a:t>When converting from a string to numeric type you can also use one of the .Parse methods. This will work so long as the string being used can convert to the relevant numeric type.</a:t>
            </a:r>
          </a:p>
          <a:p>
            <a:pPr marL="0" indent="0">
              <a:buNone/>
            </a:pPr>
            <a:endParaRPr lang="en-AU" dirty="0"/>
          </a:p>
        </p:txBody>
      </p:sp>
      <p:pic>
        <p:nvPicPr>
          <p:cNvPr id="5" name="Picture 4">
            <a:extLst>
              <a:ext uri="{FF2B5EF4-FFF2-40B4-BE49-F238E27FC236}">
                <a16:creationId xmlns:a16="http://schemas.microsoft.com/office/drawing/2014/main" id="{5CEE37D5-8B5C-443C-AE4D-0CA838C00336}"/>
              </a:ext>
            </a:extLst>
          </p:cNvPr>
          <p:cNvPicPr>
            <a:picLocks noChangeAspect="1"/>
          </p:cNvPicPr>
          <p:nvPr/>
        </p:nvPicPr>
        <p:blipFill>
          <a:blip r:embed="rId3"/>
          <a:stretch>
            <a:fillRect/>
          </a:stretch>
        </p:blipFill>
        <p:spPr>
          <a:xfrm>
            <a:off x="4654984" y="4239182"/>
            <a:ext cx="6983706" cy="160281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2509880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8CF25-7150-416D-BC3D-F5C07EBE6430}"/>
              </a:ext>
            </a:extLst>
          </p:cNvPr>
          <p:cNvSpPr>
            <a:spLocks noGrp="1"/>
          </p:cNvSpPr>
          <p:nvPr>
            <p:ph type="title"/>
          </p:nvPr>
        </p:nvSpPr>
        <p:spPr>
          <a:xfrm>
            <a:off x="1141413" y="618517"/>
            <a:ext cx="2877336" cy="5507328"/>
          </a:xfrm>
        </p:spPr>
        <p:txBody>
          <a:bodyPr>
            <a:normAutofit/>
          </a:bodyPr>
          <a:lstStyle/>
          <a:p>
            <a:r>
              <a:rPr lang="en-AU" dirty="0"/>
              <a:t>Try Parse methods</a:t>
            </a:r>
          </a:p>
        </p:txBody>
      </p:sp>
      <p:sp>
        <p:nvSpPr>
          <p:cNvPr id="3" name="Content Placeholder 2">
            <a:extLst>
              <a:ext uri="{FF2B5EF4-FFF2-40B4-BE49-F238E27FC236}">
                <a16:creationId xmlns:a16="http://schemas.microsoft.com/office/drawing/2014/main" id="{6B303728-4D30-4993-ACA6-72C9E6268292}"/>
              </a:ext>
            </a:extLst>
          </p:cNvPr>
          <p:cNvSpPr>
            <a:spLocks noGrp="1"/>
          </p:cNvSpPr>
          <p:nvPr>
            <p:ph idx="1"/>
          </p:nvPr>
        </p:nvSpPr>
        <p:spPr>
          <a:xfrm>
            <a:off x="4540743" y="638650"/>
            <a:ext cx="7034485" cy="3782778"/>
          </a:xfrm>
        </p:spPr>
        <p:txBody>
          <a:bodyPr>
            <a:normAutofit/>
          </a:bodyPr>
          <a:lstStyle/>
          <a:p>
            <a:pPr marL="0" indent="0">
              <a:buNone/>
            </a:pPr>
            <a:r>
              <a:rPr lang="en-AU" dirty="0"/>
              <a:t>A variation of the Parse is what is known as the TryParse. This first attempts to convert the value and returns a true or false value depending if it is successful. If the value can be converted the method then saves the converted value to the desired variable as indicated by the “out” parameter.</a:t>
            </a:r>
          </a:p>
          <a:p>
            <a:pPr marL="0" indent="0">
              <a:buNone/>
            </a:pPr>
            <a:r>
              <a:rPr lang="en-AU" dirty="0"/>
              <a:t>This variation is great for handling user input and preventing application crashing exceptions.</a:t>
            </a:r>
          </a:p>
          <a:p>
            <a:pPr marL="0" indent="0">
              <a:buNone/>
            </a:pPr>
            <a:endParaRPr lang="en-AU" dirty="0"/>
          </a:p>
        </p:txBody>
      </p:sp>
      <p:pic>
        <p:nvPicPr>
          <p:cNvPr id="4" name="Picture 3">
            <a:extLst>
              <a:ext uri="{FF2B5EF4-FFF2-40B4-BE49-F238E27FC236}">
                <a16:creationId xmlns:a16="http://schemas.microsoft.com/office/drawing/2014/main" id="{BEF67219-72DA-4822-BE09-E7D24B42F8B0}"/>
              </a:ext>
            </a:extLst>
          </p:cNvPr>
          <p:cNvPicPr>
            <a:picLocks noChangeAspect="1"/>
          </p:cNvPicPr>
          <p:nvPr/>
        </p:nvPicPr>
        <p:blipFill>
          <a:blip r:embed="rId3"/>
          <a:stretch>
            <a:fillRect/>
          </a:stretch>
        </p:blipFill>
        <p:spPr>
          <a:xfrm>
            <a:off x="4635036" y="4744720"/>
            <a:ext cx="6940192" cy="1214533"/>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5" name="TextBox 4">
            <a:extLst>
              <a:ext uri="{FF2B5EF4-FFF2-40B4-BE49-F238E27FC236}">
                <a16:creationId xmlns:a16="http://schemas.microsoft.com/office/drawing/2014/main" id="{7AA87353-8B7B-D3F3-EAEA-BB0801E9280D}"/>
              </a:ext>
            </a:extLst>
          </p:cNvPr>
          <p:cNvSpPr txBox="1"/>
          <p:nvPr/>
        </p:nvSpPr>
        <p:spPr>
          <a:xfrm>
            <a:off x="4635036" y="6217920"/>
            <a:ext cx="6940192" cy="830997"/>
          </a:xfrm>
          <a:prstGeom prst="rect">
            <a:avLst/>
          </a:prstGeom>
          <a:noFill/>
        </p:spPr>
        <p:txBody>
          <a:bodyPr wrap="square" rtlCol="0">
            <a:spAutoFit/>
          </a:bodyPr>
          <a:lstStyle/>
          <a:p>
            <a:r>
              <a:rPr lang="en-AU" sz="2400" dirty="0">
                <a:hlinkClick r:id="rId4"/>
              </a:rPr>
              <a:t>https://www.w3schools.com/cs/cs_type_casting.php</a:t>
            </a:r>
            <a:endParaRPr lang="en-AU" sz="2400" dirty="0"/>
          </a:p>
          <a:p>
            <a:endParaRPr lang="en-AU" sz="2400" dirty="0"/>
          </a:p>
        </p:txBody>
      </p:sp>
      <p:sp>
        <p:nvSpPr>
          <p:cNvPr id="6" name="TextBox 5">
            <a:extLst>
              <a:ext uri="{FF2B5EF4-FFF2-40B4-BE49-F238E27FC236}">
                <a16:creationId xmlns:a16="http://schemas.microsoft.com/office/drawing/2014/main" id="{3F1A2F3E-9303-64EC-1E5F-62EA8E5A2045}"/>
              </a:ext>
            </a:extLst>
          </p:cNvPr>
          <p:cNvSpPr txBox="1"/>
          <p:nvPr/>
        </p:nvSpPr>
        <p:spPr>
          <a:xfrm>
            <a:off x="4635036" y="61506"/>
            <a:ext cx="7034485" cy="830997"/>
          </a:xfrm>
          <a:prstGeom prst="rect">
            <a:avLst/>
          </a:prstGeom>
          <a:noFill/>
        </p:spPr>
        <p:txBody>
          <a:bodyPr wrap="square" rtlCol="0">
            <a:spAutoFit/>
          </a:bodyPr>
          <a:lstStyle/>
          <a:p>
            <a:r>
              <a:rPr lang="en-AU" sz="2400" dirty="0">
                <a:hlinkClick r:id="rId5"/>
              </a:rPr>
              <a:t>https://www.youtube.com/watch?v=u1hFV57ZIG0</a:t>
            </a:r>
            <a:endParaRPr lang="en-AU" sz="2400" dirty="0"/>
          </a:p>
          <a:p>
            <a:endParaRPr lang="en-AU" sz="2400" dirty="0"/>
          </a:p>
        </p:txBody>
      </p:sp>
    </p:spTree>
    <p:extLst>
      <p:ext uri="{BB962C8B-B14F-4D97-AF65-F5344CB8AC3E}">
        <p14:creationId xmlns:p14="http://schemas.microsoft.com/office/powerpoint/2010/main" val="2127044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8CF25-7150-416D-BC3D-F5C07EBE6430}"/>
              </a:ext>
            </a:extLst>
          </p:cNvPr>
          <p:cNvSpPr>
            <a:spLocks noGrp="1"/>
          </p:cNvSpPr>
          <p:nvPr>
            <p:ph type="title"/>
          </p:nvPr>
        </p:nvSpPr>
        <p:spPr>
          <a:xfrm>
            <a:off x="1141413" y="618517"/>
            <a:ext cx="2877336" cy="5507328"/>
          </a:xfrm>
        </p:spPr>
        <p:txBody>
          <a:bodyPr>
            <a:normAutofit/>
          </a:bodyPr>
          <a:lstStyle/>
          <a:p>
            <a:r>
              <a:rPr lang="en-AU" dirty="0"/>
              <a:t>To String</a:t>
            </a:r>
            <a:br>
              <a:rPr lang="en-AU" dirty="0"/>
            </a:br>
            <a:r>
              <a:rPr lang="en-AU" dirty="0"/>
              <a:t>method</a:t>
            </a:r>
          </a:p>
        </p:txBody>
      </p:sp>
      <p:sp>
        <p:nvSpPr>
          <p:cNvPr id="3" name="Content Placeholder 2">
            <a:extLst>
              <a:ext uri="{FF2B5EF4-FFF2-40B4-BE49-F238E27FC236}">
                <a16:creationId xmlns:a16="http://schemas.microsoft.com/office/drawing/2014/main" id="{6B303728-4D30-4993-ACA6-72C9E6268292}"/>
              </a:ext>
            </a:extLst>
          </p:cNvPr>
          <p:cNvSpPr>
            <a:spLocks noGrp="1"/>
          </p:cNvSpPr>
          <p:nvPr>
            <p:ph idx="1"/>
          </p:nvPr>
        </p:nvSpPr>
        <p:spPr>
          <a:xfrm>
            <a:off x="4540743" y="638650"/>
            <a:ext cx="7034485" cy="3782778"/>
          </a:xfrm>
        </p:spPr>
        <p:txBody>
          <a:bodyPr>
            <a:normAutofit/>
          </a:bodyPr>
          <a:lstStyle/>
          <a:p>
            <a:pPr marL="0" indent="0">
              <a:buNone/>
            </a:pPr>
            <a:r>
              <a:rPr lang="en-AU" dirty="0"/>
              <a:t>One final typecasting method is the .ToString() method which will convert most data types into a string format. Just add the .ToString() method call after any value or variable name to make the conversion.</a:t>
            </a:r>
          </a:p>
          <a:p>
            <a:pPr marL="0" indent="0">
              <a:buNone/>
            </a:pPr>
            <a:endParaRPr lang="en-AU" dirty="0"/>
          </a:p>
        </p:txBody>
      </p:sp>
      <p:pic>
        <p:nvPicPr>
          <p:cNvPr id="5" name="Picture 4">
            <a:extLst>
              <a:ext uri="{FF2B5EF4-FFF2-40B4-BE49-F238E27FC236}">
                <a16:creationId xmlns:a16="http://schemas.microsoft.com/office/drawing/2014/main" id="{824711D0-81A8-4760-B8E5-9BACF3D686E0}"/>
              </a:ext>
            </a:extLst>
          </p:cNvPr>
          <p:cNvPicPr>
            <a:picLocks noChangeAspect="1"/>
          </p:cNvPicPr>
          <p:nvPr/>
        </p:nvPicPr>
        <p:blipFill>
          <a:blip r:embed="rId3"/>
          <a:stretch>
            <a:fillRect/>
          </a:stretch>
        </p:blipFill>
        <p:spPr>
          <a:xfrm>
            <a:off x="4848224" y="3038474"/>
            <a:ext cx="4418703" cy="1382953"/>
          </a:xfrm>
          <a:prstGeom prst="rect">
            <a:avLst/>
          </a:prstGeom>
        </p:spPr>
      </p:pic>
    </p:spTree>
    <p:extLst>
      <p:ext uri="{BB962C8B-B14F-4D97-AF65-F5344CB8AC3E}">
        <p14:creationId xmlns:p14="http://schemas.microsoft.com/office/powerpoint/2010/main" val="3583041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0994D-FD67-C818-399B-7BEFA21CCA8C}"/>
              </a:ext>
            </a:extLst>
          </p:cNvPr>
          <p:cNvSpPr>
            <a:spLocks noGrp="1"/>
          </p:cNvSpPr>
          <p:nvPr>
            <p:ph type="title"/>
          </p:nvPr>
        </p:nvSpPr>
        <p:spPr/>
        <p:txBody>
          <a:bodyPr/>
          <a:lstStyle/>
          <a:p>
            <a:r>
              <a:rPr lang="en-AU" cap="none" dirty="0"/>
              <a:t>Console. Read() vs </a:t>
            </a:r>
            <a:r>
              <a:rPr lang="en-AU" cap="none" dirty="0" err="1"/>
              <a:t>Console.ReadLine</a:t>
            </a:r>
            <a:r>
              <a:rPr lang="en-AU" cap="none" dirty="0"/>
              <a:t>()</a:t>
            </a:r>
          </a:p>
        </p:txBody>
      </p:sp>
      <p:sp>
        <p:nvSpPr>
          <p:cNvPr id="3" name="Content Placeholder 2">
            <a:extLst>
              <a:ext uri="{FF2B5EF4-FFF2-40B4-BE49-F238E27FC236}">
                <a16:creationId xmlns:a16="http://schemas.microsoft.com/office/drawing/2014/main" id="{DEAA6F9C-7643-EF8A-8663-35042F9A3ECC}"/>
              </a:ext>
            </a:extLst>
          </p:cNvPr>
          <p:cNvSpPr>
            <a:spLocks noGrp="1"/>
          </p:cNvSpPr>
          <p:nvPr>
            <p:ph idx="1"/>
          </p:nvPr>
        </p:nvSpPr>
        <p:spPr>
          <a:xfrm>
            <a:off x="1141412" y="2868327"/>
            <a:ext cx="9905999" cy="2922873"/>
          </a:xfrm>
        </p:spPr>
        <p:txBody>
          <a:bodyPr>
            <a:normAutofit/>
          </a:bodyPr>
          <a:lstStyle/>
          <a:p>
            <a:pPr marL="0" indent="0">
              <a:buNone/>
            </a:pPr>
            <a:r>
              <a:rPr lang="en-AU" sz="3200" dirty="0">
                <a:hlinkClick r:id="rId2"/>
              </a:rPr>
              <a:t>https://www.youtube.com/watch?v=8dV2dNiX6DA</a:t>
            </a:r>
            <a:endParaRPr lang="en-AU" sz="3200" dirty="0"/>
          </a:p>
          <a:p>
            <a:endParaRPr lang="en-AU" sz="3200" dirty="0"/>
          </a:p>
        </p:txBody>
      </p:sp>
    </p:spTree>
    <p:extLst>
      <p:ext uri="{BB962C8B-B14F-4D97-AF65-F5344CB8AC3E}">
        <p14:creationId xmlns:p14="http://schemas.microsoft.com/office/powerpoint/2010/main" val="3215801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5C6BA-D954-5B38-CE16-2B5681B0A07C}"/>
              </a:ext>
            </a:extLst>
          </p:cNvPr>
          <p:cNvSpPr>
            <a:spLocks noGrp="1"/>
          </p:cNvSpPr>
          <p:nvPr>
            <p:ph type="title"/>
          </p:nvPr>
        </p:nvSpPr>
        <p:spPr/>
        <p:txBody>
          <a:bodyPr/>
          <a:lstStyle/>
          <a:p>
            <a:r>
              <a:rPr lang="en-AU" dirty="0"/>
              <a:t>String manipulation</a:t>
            </a:r>
          </a:p>
        </p:txBody>
      </p:sp>
      <p:sp>
        <p:nvSpPr>
          <p:cNvPr id="3" name="Content Placeholder 2">
            <a:extLst>
              <a:ext uri="{FF2B5EF4-FFF2-40B4-BE49-F238E27FC236}">
                <a16:creationId xmlns:a16="http://schemas.microsoft.com/office/drawing/2014/main" id="{780C4E30-EF9F-6EDA-41BA-F463AE36088E}"/>
              </a:ext>
            </a:extLst>
          </p:cNvPr>
          <p:cNvSpPr>
            <a:spLocks noGrp="1"/>
          </p:cNvSpPr>
          <p:nvPr>
            <p:ph idx="1"/>
          </p:nvPr>
        </p:nvSpPr>
        <p:spPr/>
        <p:txBody>
          <a:bodyPr>
            <a:normAutofit fontScale="85000" lnSpcReduction="20000"/>
          </a:bodyPr>
          <a:lstStyle/>
          <a:p>
            <a:pPr marL="0" indent="0">
              <a:buNone/>
            </a:pPr>
            <a:r>
              <a:rPr lang="en-AU" sz="3200" dirty="0">
                <a:hlinkClick r:id="rId2"/>
              </a:rPr>
              <a:t>https://www.youtube.com/watch?v=BKYBiUAWZKM</a:t>
            </a:r>
            <a:endParaRPr lang="en-AU" sz="3200" dirty="0"/>
          </a:p>
          <a:p>
            <a:pPr marL="0" indent="0">
              <a:buNone/>
            </a:pPr>
            <a:r>
              <a:rPr lang="en-AU" sz="3200" dirty="0"/>
              <a:t>.</a:t>
            </a:r>
            <a:r>
              <a:rPr lang="en-AU" sz="3200" dirty="0" err="1"/>
              <a:t>ToLower</a:t>
            </a:r>
            <a:r>
              <a:rPr lang="en-AU" sz="3200" dirty="0"/>
              <a:t>()</a:t>
            </a:r>
          </a:p>
          <a:p>
            <a:pPr marL="0" indent="0">
              <a:buNone/>
            </a:pPr>
            <a:r>
              <a:rPr lang="en-AU" sz="3200" dirty="0"/>
              <a:t>.</a:t>
            </a:r>
            <a:r>
              <a:rPr lang="en-AU" sz="3200" dirty="0" err="1"/>
              <a:t>ToUpper</a:t>
            </a:r>
            <a:r>
              <a:rPr lang="en-AU" sz="3200" dirty="0"/>
              <a:t>()</a:t>
            </a:r>
          </a:p>
          <a:p>
            <a:pPr marL="0" indent="0">
              <a:buNone/>
            </a:pPr>
            <a:r>
              <a:rPr lang="en-AU" sz="3200" dirty="0"/>
              <a:t>… and more </a:t>
            </a:r>
            <a:r>
              <a:rPr lang="en-AU" sz="3200" dirty="0">
                <a:hlinkClick r:id="rId3"/>
              </a:rPr>
              <a:t>https://www.completecsharptutorial.com/csharp-articles/csharp-string-function.php</a:t>
            </a:r>
            <a:endParaRPr lang="en-AU" sz="3200" dirty="0"/>
          </a:p>
          <a:p>
            <a:pPr marL="0" indent="0">
              <a:buNone/>
            </a:pPr>
            <a:r>
              <a:rPr lang="en-AU" sz="3200" dirty="0"/>
              <a:t>… and string interpolation </a:t>
            </a:r>
            <a:r>
              <a:rPr lang="en-AU" sz="3200" dirty="0">
                <a:hlinkClick r:id="rId4"/>
              </a:rPr>
              <a:t>https://www.youtube.com/watch?v=taejaz9OwKY</a:t>
            </a:r>
            <a:endParaRPr lang="en-AU" sz="3200" dirty="0"/>
          </a:p>
          <a:p>
            <a:pPr marL="0" indent="0">
              <a:buNone/>
            </a:pPr>
            <a:endParaRPr lang="en-AU" sz="3200" dirty="0"/>
          </a:p>
          <a:p>
            <a:pPr marL="0" indent="0">
              <a:buNone/>
            </a:pPr>
            <a:endParaRPr lang="en-AU" sz="3200" dirty="0"/>
          </a:p>
        </p:txBody>
      </p:sp>
    </p:spTree>
    <p:extLst>
      <p:ext uri="{BB962C8B-B14F-4D97-AF65-F5344CB8AC3E}">
        <p14:creationId xmlns:p14="http://schemas.microsoft.com/office/powerpoint/2010/main" val="84202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9ACD3AF8-B16E-4174-8C1A-41F683C4AF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9" name="Group 8">
            <a:extLst>
              <a:ext uri="{FF2B5EF4-FFF2-40B4-BE49-F238E27FC236}">
                <a16:creationId xmlns:a16="http://schemas.microsoft.com/office/drawing/2014/main" id="{FF5EAD09-B81D-415F-8BCF-73C81AE05F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0" name="Rectangle 5">
              <a:extLst>
                <a:ext uri="{FF2B5EF4-FFF2-40B4-BE49-F238E27FC236}">
                  <a16:creationId xmlns:a16="http://schemas.microsoft.com/office/drawing/2014/main" id="{CFB79010-8ED4-49EF-AFD2-F4D8C80B69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11" name="Freeform 6">
              <a:extLst>
                <a:ext uri="{FF2B5EF4-FFF2-40B4-BE49-F238E27FC236}">
                  <a16:creationId xmlns:a16="http://schemas.microsoft.com/office/drawing/2014/main" id="{4649B869-006E-42B5-9DDC-21049B130E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12" name="Freeform 7">
              <a:extLst>
                <a:ext uri="{FF2B5EF4-FFF2-40B4-BE49-F238E27FC236}">
                  <a16:creationId xmlns:a16="http://schemas.microsoft.com/office/drawing/2014/main" id="{443096BD-333F-48B6-8220-D1F9793E40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13" name="Rectangle 8">
              <a:extLst>
                <a:ext uri="{FF2B5EF4-FFF2-40B4-BE49-F238E27FC236}">
                  <a16:creationId xmlns:a16="http://schemas.microsoft.com/office/drawing/2014/main" id="{1A45BB9A-7E84-4B9B-923A-270A97F852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14" name="Freeform 9">
              <a:extLst>
                <a:ext uri="{FF2B5EF4-FFF2-40B4-BE49-F238E27FC236}">
                  <a16:creationId xmlns:a16="http://schemas.microsoft.com/office/drawing/2014/main" id="{D7D7C768-2F76-4DE2-A807-1B9FFF816C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15" name="Freeform 10">
              <a:extLst>
                <a:ext uri="{FF2B5EF4-FFF2-40B4-BE49-F238E27FC236}">
                  <a16:creationId xmlns:a16="http://schemas.microsoft.com/office/drawing/2014/main" id="{1870B32E-EE42-470E-B543-CA55AEC8C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16" name="Freeform 11">
              <a:extLst>
                <a:ext uri="{FF2B5EF4-FFF2-40B4-BE49-F238E27FC236}">
                  <a16:creationId xmlns:a16="http://schemas.microsoft.com/office/drawing/2014/main" id="{EEF09120-11AA-4DB5-98A8-EC4923002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17" name="Freeform 12">
              <a:extLst>
                <a:ext uri="{FF2B5EF4-FFF2-40B4-BE49-F238E27FC236}">
                  <a16:creationId xmlns:a16="http://schemas.microsoft.com/office/drawing/2014/main" id="{39CC463D-589C-461C-A234-0460EB06B8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18" name="Freeform 13">
              <a:extLst>
                <a:ext uri="{FF2B5EF4-FFF2-40B4-BE49-F238E27FC236}">
                  <a16:creationId xmlns:a16="http://schemas.microsoft.com/office/drawing/2014/main" id="{B6516153-269A-421E-A021-CB3F3C5E1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19" name="Freeform 14">
              <a:extLst>
                <a:ext uri="{FF2B5EF4-FFF2-40B4-BE49-F238E27FC236}">
                  <a16:creationId xmlns:a16="http://schemas.microsoft.com/office/drawing/2014/main" id="{45E14300-6C4A-4F77-915F-F3B25B0237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20" name="Freeform 15">
              <a:extLst>
                <a:ext uri="{FF2B5EF4-FFF2-40B4-BE49-F238E27FC236}">
                  <a16:creationId xmlns:a16="http://schemas.microsoft.com/office/drawing/2014/main" id="{993E312A-E6A6-4B52-ADE6-618ADC89BA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21" name="Freeform 16">
              <a:extLst>
                <a:ext uri="{FF2B5EF4-FFF2-40B4-BE49-F238E27FC236}">
                  <a16:creationId xmlns:a16="http://schemas.microsoft.com/office/drawing/2014/main" id="{2F0F3026-2480-472B-8C52-36812C81E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22" name="Freeform 17">
              <a:extLst>
                <a:ext uri="{FF2B5EF4-FFF2-40B4-BE49-F238E27FC236}">
                  <a16:creationId xmlns:a16="http://schemas.microsoft.com/office/drawing/2014/main" id="{34E1C992-559D-4827-9F30-31A3CA7A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23" name="Freeform 18">
              <a:extLst>
                <a:ext uri="{FF2B5EF4-FFF2-40B4-BE49-F238E27FC236}">
                  <a16:creationId xmlns:a16="http://schemas.microsoft.com/office/drawing/2014/main" id="{D9F2FB98-F443-498F-AAD9-6945825681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24" name="Freeform 19">
              <a:extLst>
                <a:ext uri="{FF2B5EF4-FFF2-40B4-BE49-F238E27FC236}">
                  <a16:creationId xmlns:a16="http://schemas.microsoft.com/office/drawing/2014/main" id="{75DBF6EC-ED50-43E4-8A8B-64CE86A88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25" name="Freeform 20">
              <a:extLst>
                <a:ext uri="{FF2B5EF4-FFF2-40B4-BE49-F238E27FC236}">
                  <a16:creationId xmlns:a16="http://schemas.microsoft.com/office/drawing/2014/main" id="{FD854F40-AC43-4F21-9C62-2CE35CFD2B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26" name="Freeform 21">
              <a:extLst>
                <a:ext uri="{FF2B5EF4-FFF2-40B4-BE49-F238E27FC236}">
                  <a16:creationId xmlns:a16="http://schemas.microsoft.com/office/drawing/2014/main" id="{62CCB560-494A-4F74-9DE4-068806A893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27" name="Freeform 22">
              <a:extLst>
                <a:ext uri="{FF2B5EF4-FFF2-40B4-BE49-F238E27FC236}">
                  <a16:creationId xmlns:a16="http://schemas.microsoft.com/office/drawing/2014/main" id="{6F9A05F2-B5D2-4D8A-9A78-14E45C13F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28" name="Freeform 23">
              <a:extLst>
                <a:ext uri="{FF2B5EF4-FFF2-40B4-BE49-F238E27FC236}">
                  <a16:creationId xmlns:a16="http://schemas.microsoft.com/office/drawing/2014/main" id="{A6373189-19BB-4BEC-84A3-432253E05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29" name="Freeform 24">
              <a:extLst>
                <a:ext uri="{FF2B5EF4-FFF2-40B4-BE49-F238E27FC236}">
                  <a16:creationId xmlns:a16="http://schemas.microsoft.com/office/drawing/2014/main" id="{71AB3122-947A-44DB-B190-A2601C6C95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30" name="Freeform 25">
              <a:extLst>
                <a:ext uri="{FF2B5EF4-FFF2-40B4-BE49-F238E27FC236}">
                  <a16:creationId xmlns:a16="http://schemas.microsoft.com/office/drawing/2014/main" id="{74B4109D-3AFC-4D44-87B1-0CDED3E63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31" name="Freeform 26">
              <a:extLst>
                <a:ext uri="{FF2B5EF4-FFF2-40B4-BE49-F238E27FC236}">
                  <a16:creationId xmlns:a16="http://schemas.microsoft.com/office/drawing/2014/main" id="{44AAD39F-F7C9-4D00-95E0-0465B4E858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32" name="Freeform 27">
              <a:extLst>
                <a:ext uri="{FF2B5EF4-FFF2-40B4-BE49-F238E27FC236}">
                  <a16:creationId xmlns:a16="http://schemas.microsoft.com/office/drawing/2014/main" id="{C1DCAB8D-6EF6-4A84-8D0C-AA9226DEC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33" name="Freeform 28">
              <a:extLst>
                <a:ext uri="{FF2B5EF4-FFF2-40B4-BE49-F238E27FC236}">
                  <a16:creationId xmlns:a16="http://schemas.microsoft.com/office/drawing/2014/main" id="{C407F97F-83CF-4703-B9E0-6335530E32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34" name="Freeform 29">
              <a:extLst>
                <a:ext uri="{FF2B5EF4-FFF2-40B4-BE49-F238E27FC236}">
                  <a16:creationId xmlns:a16="http://schemas.microsoft.com/office/drawing/2014/main" id="{0D8D2363-5D84-4CFF-89AA-3C93C859D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35" name="Freeform 30">
              <a:extLst>
                <a:ext uri="{FF2B5EF4-FFF2-40B4-BE49-F238E27FC236}">
                  <a16:creationId xmlns:a16="http://schemas.microsoft.com/office/drawing/2014/main" id="{0435A35C-AC99-4E12-8CB0-9C640DAA94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36" name="Freeform 31">
              <a:extLst>
                <a:ext uri="{FF2B5EF4-FFF2-40B4-BE49-F238E27FC236}">
                  <a16:creationId xmlns:a16="http://schemas.microsoft.com/office/drawing/2014/main" id="{F20392CF-2256-4527-836B-2E6F88596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37" name="Freeform 32">
              <a:extLst>
                <a:ext uri="{FF2B5EF4-FFF2-40B4-BE49-F238E27FC236}">
                  <a16:creationId xmlns:a16="http://schemas.microsoft.com/office/drawing/2014/main" id="{C52C3AD3-122C-4010-9C55-B0247F8CCA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38" name="Rectangle 33">
              <a:extLst>
                <a:ext uri="{FF2B5EF4-FFF2-40B4-BE49-F238E27FC236}">
                  <a16:creationId xmlns:a16="http://schemas.microsoft.com/office/drawing/2014/main" id="{EFCB53ED-09C0-4AD7-9BBC-366833D5FE0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39" name="Freeform 34">
              <a:extLst>
                <a:ext uri="{FF2B5EF4-FFF2-40B4-BE49-F238E27FC236}">
                  <a16:creationId xmlns:a16="http://schemas.microsoft.com/office/drawing/2014/main" id="{6F309F52-BFCF-47D9-8089-BC049540DB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40" name="Freeform 35">
              <a:extLst>
                <a:ext uri="{FF2B5EF4-FFF2-40B4-BE49-F238E27FC236}">
                  <a16:creationId xmlns:a16="http://schemas.microsoft.com/office/drawing/2014/main" id="{5F9AE85F-C7AA-4761-B468-2E100829B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41" name="Freeform 36">
              <a:extLst>
                <a:ext uri="{FF2B5EF4-FFF2-40B4-BE49-F238E27FC236}">
                  <a16:creationId xmlns:a16="http://schemas.microsoft.com/office/drawing/2014/main" id="{2C81C778-91E5-4AE9-AACB-8566E7A28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42" name="Freeform 37">
              <a:extLst>
                <a:ext uri="{FF2B5EF4-FFF2-40B4-BE49-F238E27FC236}">
                  <a16:creationId xmlns:a16="http://schemas.microsoft.com/office/drawing/2014/main" id="{6C56E0B4-58A0-4B2B-BD56-54121BB8DB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43" name="Freeform 38">
              <a:extLst>
                <a:ext uri="{FF2B5EF4-FFF2-40B4-BE49-F238E27FC236}">
                  <a16:creationId xmlns:a16="http://schemas.microsoft.com/office/drawing/2014/main" id="{88A29CFE-13A6-4509-946F-5C074F85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44" name="Freeform 39">
              <a:extLst>
                <a:ext uri="{FF2B5EF4-FFF2-40B4-BE49-F238E27FC236}">
                  <a16:creationId xmlns:a16="http://schemas.microsoft.com/office/drawing/2014/main" id="{00235A0A-018B-4499-AC16-AF83457BF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45" name="Freeform 40">
              <a:extLst>
                <a:ext uri="{FF2B5EF4-FFF2-40B4-BE49-F238E27FC236}">
                  <a16:creationId xmlns:a16="http://schemas.microsoft.com/office/drawing/2014/main" id="{861DF9B7-50DC-4EBE-8B23-97FE92DBBB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46" name="Freeform 41">
              <a:extLst>
                <a:ext uri="{FF2B5EF4-FFF2-40B4-BE49-F238E27FC236}">
                  <a16:creationId xmlns:a16="http://schemas.microsoft.com/office/drawing/2014/main" id="{69673907-73D7-4729-A911-9BD078EC2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47" name="Freeform 42">
              <a:extLst>
                <a:ext uri="{FF2B5EF4-FFF2-40B4-BE49-F238E27FC236}">
                  <a16:creationId xmlns:a16="http://schemas.microsoft.com/office/drawing/2014/main" id="{4DC844D3-8053-4EE7-A286-50157B6FD8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48" name="Freeform 43">
              <a:extLst>
                <a:ext uri="{FF2B5EF4-FFF2-40B4-BE49-F238E27FC236}">
                  <a16:creationId xmlns:a16="http://schemas.microsoft.com/office/drawing/2014/main" id="{D67575A0-A45A-4773-874C-16370E367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49" name="Freeform 44">
              <a:extLst>
                <a:ext uri="{FF2B5EF4-FFF2-40B4-BE49-F238E27FC236}">
                  <a16:creationId xmlns:a16="http://schemas.microsoft.com/office/drawing/2014/main" id="{4327252B-B62B-4DE0-A924-B7F6E40AD9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50" name="Rectangle 45">
              <a:extLst>
                <a:ext uri="{FF2B5EF4-FFF2-40B4-BE49-F238E27FC236}">
                  <a16:creationId xmlns:a16="http://schemas.microsoft.com/office/drawing/2014/main" id="{778BC6A7-AC19-497B-A7C6-E447B2EBDA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51" name="Freeform 46">
              <a:extLst>
                <a:ext uri="{FF2B5EF4-FFF2-40B4-BE49-F238E27FC236}">
                  <a16:creationId xmlns:a16="http://schemas.microsoft.com/office/drawing/2014/main" id="{4E79A87B-BF1F-437A-9FED-BE93025E5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52" name="Freeform 47">
              <a:extLst>
                <a:ext uri="{FF2B5EF4-FFF2-40B4-BE49-F238E27FC236}">
                  <a16:creationId xmlns:a16="http://schemas.microsoft.com/office/drawing/2014/main" id="{DFAAF3CC-B4E0-45C8-AC2D-EF0D6D823D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53" name="Freeform 48">
              <a:extLst>
                <a:ext uri="{FF2B5EF4-FFF2-40B4-BE49-F238E27FC236}">
                  <a16:creationId xmlns:a16="http://schemas.microsoft.com/office/drawing/2014/main" id="{A5A12C87-1E4A-4664-B2F4-A1C8B656F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54" name="Freeform 49">
              <a:extLst>
                <a:ext uri="{FF2B5EF4-FFF2-40B4-BE49-F238E27FC236}">
                  <a16:creationId xmlns:a16="http://schemas.microsoft.com/office/drawing/2014/main" id="{B3AF8230-4630-4505-ADDB-16A9B6B377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55" name="Freeform 50">
              <a:extLst>
                <a:ext uri="{FF2B5EF4-FFF2-40B4-BE49-F238E27FC236}">
                  <a16:creationId xmlns:a16="http://schemas.microsoft.com/office/drawing/2014/main" id="{33F93F6D-724D-42F3-AF1D-3081EAB5D1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56" name="Freeform 51">
              <a:extLst>
                <a:ext uri="{FF2B5EF4-FFF2-40B4-BE49-F238E27FC236}">
                  <a16:creationId xmlns:a16="http://schemas.microsoft.com/office/drawing/2014/main" id="{F5DD7A8F-FB67-4E79-80DB-0FAF3A098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57" name="Freeform 52">
              <a:extLst>
                <a:ext uri="{FF2B5EF4-FFF2-40B4-BE49-F238E27FC236}">
                  <a16:creationId xmlns:a16="http://schemas.microsoft.com/office/drawing/2014/main" id="{7B140A84-E89E-4A80-9DF8-7BCA45F90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58" name="Freeform 53">
              <a:extLst>
                <a:ext uri="{FF2B5EF4-FFF2-40B4-BE49-F238E27FC236}">
                  <a16:creationId xmlns:a16="http://schemas.microsoft.com/office/drawing/2014/main" id="{279E1D6A-EFE2-44C6-A5BF-DFADF0DC91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59" name="Freeform 54">
              <a:extLst>
                <a:ext uri="{FF2B5EF4-FFF2-40B4-BE49-F238E27FC236}">
                  <a16:creationId xmlns:a16="http://schemas.microsoft.com/office/drawing/2014/main" id="{C9FA2204-561F-4ABB-988C-03053820F1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60" name="Freeform 55">
              <a:extLst>
                <a:ext uri="{FF2B5EF4-FFF2-40B4-BE49-F238E27FC236}">
                  <a16:creationId xmlns:a16="http://schemas.microsoft.com/office/drawing/2014/main" id="{8BD7D04E-AC0A-424F-BC40-28842DAFF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61" name="Freeform 56">
              <a:extLst>
                <a:ext uri="{FF2B5EF4-FFF2-40B4-BE49-F238E27FC236}">
                  <a16:creationId xmlns:a16="http://schemas.microsoft.com/office/drawing/2014/main" id="{32B616A2-FE09-47DD-B58C-12EE58B7CA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62" name="Freeform 57">
              <a:extLst>
                <a:ext uri="{FF2B5EF4-FFF2-40B4-BE49-F238E27FC236}">
                  <a16:creationId xmlns:a16="http://schemas.microsoft.com/office/drawing/2014/main" id="{08C5EAF5-6064-484E-BA05-80D09D84EA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63" name="Freeform 58">
              <a:extLst>
                <a:ext uri="{FF2B5EF4-FFF2-40B4-BE49-F238E27FC236}">
                  <a16:creationId xmlns:a16="http://schemas.microsoft.com/office/drawing/2014/main" id="{F11D90DF-D275-4725-884C-77E5E01D89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grpSp>
      <p:grpSp>
        <p:nvGrpSpPr>
          <p:cNvPr id="65" name="Group 64">
            <a:extLst>
              <a:ext uri="{FF2B5EF4-FFF2-40B4-BE49-F238E27FC236}">
                <a16:creationId xmlns:a16="http://schemas.microsoft.com/office/drawing/2014/main" id="{9BE10567-6165-46A7-867D-4690A16B4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66" name="Rectangle 65">
              <a:extLst>
                <a:ext uri="{FF2B5EF4-FFF2-40B4-BE49-F238E27FC236}">
                  <a16:creationId xmlns:a16="http://schemas.microsoft.com/office/drawing/2014/main" id="{0F4DB1F4-429C-4C85-85D7-C4D81996D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67" name="Picture 2">
              <a:extLst>
                <a:ext uri="{FF2B5EF4-FFF2-40B4-BE49-F238E27FC236}">
                  <a16:creationId xmlns:a16="http://schemas.microsoft.com/office/drawing/2014/main" id="{159C0DA6-71D9-4C96-A774-7FADF5E0A4C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sp>
        <p:nvSpPr>
          <p:cNvPr id="69" name="Round Diagonal Corner Rectangle 7">
            <a:extLst>
              <a:ext uri="{FF2B5EF4-FFF2-40B4-BE49-F238E27FC236}">
                <a16:creationId xmlns:a16="http://schemas.microsoft.com/office/drawing/2014/main" id="{4B24F6DB-F114-44A7-BB56-D401884E4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rgbClr val="000000">
              <a:alpha val="80000"/>
            </a:srgb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grpSp>
        <p:nvGrpSpPr>
          <p:cNvPr id="71" name="Group 70">
            <a:extLst>
              <a:ext uri="{FF2B5EF4-FFF2-40B4-BE49-F238E27FC236}">
                <a16:creationId xmlns:a16="http://schemas.microsoft.com/office/drawing/2014/main" id="{4DB50ECD-225E-4F81-AF7B-706DD05F3B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a:effectLst/>
        </p:grpSpPr>
        <p:sp>
          <p:nvSpPr>
            <p:cNvPr id="72" name="Freeform 32">
              <a:extLst>
                <a:ext uri="{FF2B5EF4-FFF2-40B4-BE49-F238E27FC236}">
                  <a16:creationId xmlns:a16="http://schemas.microsoft.com/office/drawing/2014/main" id="{CBC3B006-1357-4969-BC3D-CDD91E49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73" name="Freeform 33">
              <a:extLst>
                <a:ext uri="{FF2B5EF4-FFF2-40B4-BE49-F238E27FC236}">
                  <a16:creationId xmlns:a16="http://schemas.microsoft.com/office/drawing/2014/main" id="{0D6E4F1D-B331-41B5-90EF-2236C1EE15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74" name="Freeform 34">
              <a:extLst>
                <a:ext uri="{FF2B5EF4-FFF2-40B4-BE49-F238E27FC236}">
                  <a16:creationId xmlns:a16="http://schemas.microsoft.com/office/drawing/2014/main" id="{54A60014-21DF-44E5-9137-433571885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75" name="Freeform 37">
              <a:extLst>
                <a:ext uri="{FF2B5EF4-FFF2-40B4-BE49-F238E27FC236}">
                  <a16:creationId xmlns:a16="http://schemas.microsoft.com/office/drawing/2014/main" id="{40B768C0-B003-45F4-9A06-EA3509A90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76" name="Freeform 35">
              <a:extLst>
                <a:ext uri="{FF2B5EF4-FFF2-40B4-BE49-F238E27FC236}">
                  <a16:creationId xmlns:a16="http://schemas.microsoft.com/office/drawing/2014/main" id="{5E479182-2054-4AD9-823D-81CFAD7F2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77" name="Freeform 36">
              <a:extLst>
                <a:ext uri="{FF2B5EF4-FFF2-40B4-BE49-F238E27FC236}">
                  <a16:creationId xmlns:a16="http://schemas.microsoft.com/office/drawing/2014/main" id="{A7D912CF-756A-41F1-8BF1-5BA7D1BD05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78" name="Freeform 38">
              <a:extLst>
                <a:ext uri="{FF2B5EF4-FFF2-40B4-BE49-F238E27FC236}">
                  <a16:creationId xmlns:a16="http://schemas.microsoft.com/office/drawing/2014/main" id="{734B6F35-2160-44B1-AB00-F628C84B14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79" name="Freeform 39">
              <a:extLst>
                <a:ext uri="{FF2B5EF4-FFF2-40B4-BE49-F238E27FC236}">
                  <a16:creationId xmlns:a16="http://schemas.microsoft.com/office/drawing/2014/main" id="{D8657E76-4F63-44FE-86C5-54CA174FC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80" name="Freeform 40">
              <a:extLst>
                <a:ext uri="{FF2B5EF4-FFF2-40B4-BE49-F238E27FC236}">
                  <a16:creationId xmlns:a16="http://schemas.microsoft.com/office/drawing/2014/main" id="{482CEB8C-90E5-4152-8B52-A2881B98A3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81" name="Rectangle 41">
              <a:extLst>
                <a:ext uri="{FF2B5EF4-FFF2-40B4-BE49-F238E27FC236}">
                  <a16:creationId xmlns:a16="http://schemas.microsoft.com/office/drawing/2014/main" id="{85010FC2-BC4C-4692-876D-7FE363BFC6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82" name="Freeform 32">
              <a:extLst>
                <a:ext uri="{FF2B5EF4-FFF2-40B4-BE49-F238E27FC236}">
                  <a16:creationId xmlns:a16="http://schemas.microsoft.com/office/drawing/2014/main" id="{714C1223-2B78-4715-9ACB-079A60D16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83" name="Freeform 33">
              <a:extLst>
                <a:ext uri="{FF2B5EF4-FFF2-40B4-BE49-F238E27FC236}">
                  <a16:creationId xmlns:a16="http://schemas.microsoft.com/office/drawing/2014/main" id="{1D9109D3-C92A-410B-9B43-5F02B2D84E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84" name="Freeform 34">
              <a:extLst>
                <a:ext uri="{FF2B5EF4-FFF2-40B4-BE49-F238E27FC236}">
                  <a16:creationId xmlns:a16="http://schemas.microsoft.com/office/drawing/2014/main" id="{EF5B327A-A1AE-42F3-815E-84F4AA2948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85" name="Freeform 37">
              <a:extLst>
                <a:ext uri="{FF2B5EF4-FFF2-40B4-BE49-F238E27FC236}">
                  <a16:creationId xmlns:a16="http://schemas.microsoft.com/office/drawing/2014/main" id="{77738BDE-751F-4D4C-B4C4-C9DF3EA29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86" name="Freeform 35">
              <a:extLst>
                <a:ext uri="{FF2B5EF4-FFF2-40B4-BE49-F238E27FC236}">
                  <a16:creationId xmlns:a16="http://schemas.microsoft.com/office/drawing/2014/main" id="{9C8C4AD6-72BF-490C-963C-97C7FD7E7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87" name="Freeform 36">
              <a:extLst>
                <a:ext uri="{FF2B5EF4-FFF2-40B4-BE49-F238E27FC236}">
                  <a16:creationId xmlns:a16="http://schemas.microsoft.com/office/drawing/2014/main" id="{94990E31-5AA8-4502-A963-CE1B539DAC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88" name="Freeform 38">
              <a:extLst>
                <a:ext uri="{FF2B5EF4-FFF2-40B4-BE49-F238E27FC236}">
                  <a16:creationId xmlns:a16="http://schemas.microsoft.com/office/drawing/2014/main" id="{9E703E9D-ED76-449C-A8C0-7A1E24B8B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89" name="Freeform 39">
              <a:extLst>
                <a:ext uri="{FF2B5EF4-FFF2-40B4-BE49-F238E27FC236}">
                  <a16:creationId xmlns:a16="http://schemas.microsoft.com/office/drawing/2014/main" id="{C70A75E8-C815-4CCF-ABEE-83F19BFE0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90" name="Freeform 40">
              <a:extLst>
                <a:ext uri="{FF2B5EF4-FFF2-40B4-BE49-F238E27FC236}">
                  <a16:creationId xmlns:a16="http://schemas.microsoft.com/office/drawing/2014/main" id="{E15638E1-6A92-4D31-A034-853A65A754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sp>
          <p:nvSpPr>
            <p:cNvPr id="91" name="Rectangle 41">
              <a:extLst>
                <a:ext uri="{FF2B5EF4-FFF2-40B4-BE49-F238E27FC236}">
                  <a16:creationId xmlns:a16="http://schemas.microsoft.com/office/drawing/2014/main" id="{EA3E8D58-D52B-4300-8A50-5696430D1A6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grpSp>
      <p:sp>
        <p:nvSpPr>
          <p:cNvPr id="2" name="Title 1">
            <a:extLst>
              <a:ext uri="{FF2B5EF4-FFF2-40B4-BE49-F238E27FC236}">
                <a16:creationId xmlns:a16="http://schemas.microsoft.com/office/drawing/2014/main" id="{D5D1CB2A-2CC4-8FAC-5BC7-24FC77125811}"/>
              </a:ext>
            </a:extLst>
          </p:cNvPr>
          <p:cNvSpPr>
            <a:spLocks noGrp="1"/>
          </p:cNvSpPr>
          <p:nvPr>
            <p:ph type="title"/>
          </p:nvPr>
        </p:nvSpPr>
        <p:spPr>
          <a:xfrm>
            <a:off x="2667000" y="2328334"/>
            <a:ext cx="6858000" cy="1367896"/>
          </a:xfrm>
        </p:spPr>
        <p:txBody>
          <a:bodyPr vert="horz" lIns="91440" tIns="45720" rIns="91440" bIns="45720" rtlCol="0" anchor="b">
            <a:normAutofit/>
          </a:bodyPr>
          <a:lstStyle/>
          <a:p>
            <a:pPr algn="ctr"/>
            <a:r>
              <a:rPr lang="en-US" sz="4800" dirty="0">
                <a:solidFill>
                  <a:srgbClr val="FFFFFF"/>
                </a:solidFill>
              </a:rPr>
              <a:t>Let’s try some</a:t>
            </a:r>
          </a:p>
        </p:txBody>
      </p:sp>
      <p:sp>
        <p:nvSpPr>
          <p:cNvPr id="3" name="TextBox 2">
            <a:extLst>
              <a:ext uri="{FF2B5EF4-FFF2-40B4-BE49-F238E27FC236}">
                <a16:creationId xmlns:a16="http://schemas.microsoft.com/office/drawing/2014/main" id="{9381298D-2B4C-BC5A-195E-FCA31FC089C0}"/>
              </a:ext>
            </a:extLst>
          </p:cNvPr>
          <p:cNvSpPr txBox="1"/>
          <p:nvPr/>
        </p:nvSpPr>
        <p:spPr>
          <a:xfrm>
            <a:off x="857249" y="4590070"/>
            <a:ext cx="10458449" cy="224676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1181C"/>
                </a:solidFill>
                <a:effectLst/>
                <a:uLnTx/>
                <a:uFillTx/>
                <a:latin typeface="-apple-system"/>
                <a:ea typeface="+mn-ea"/>
                <a:cs typeface="+mn-cs"/>
              </a:rPr>
              <a:t>Write C# program:</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11181C"/>
                </a:solidFill>
                <a:effectLst/>
                <a:uLnTx/>
                <a:uFillTx/>
                <a:latin typeface="-apple-system"/>
                <a:ea typeface="+mn-ea"/>
                <a:cs typeface="+mn-cs"/>
              </a:rPr>
              <a:t>ask for two numbers, swap them and print</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11181C"/>
                </a:solidFill>
                <a:effectLst/>
                <a:uLnTx/>
                <a:uFillTx/>
                <a:latin typeface="-apple-system"/>
                <a:ea typeface="+mn-ea"/>
                <a:cs typeface="+mn-cs"/>
              </a:rPr>
              <a:t>ask for four numbers as input to calculate and print the average.</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11181C"/>
                </a:solidFill>
                <a:effectLst/>
                <a:uLnTx/>
                <a:uFillTx/>
                <a:latin typeface="-apple-system"/>
                <a:ea typeface="+mn-ea"/>
                <a:cs typeface="+mn-cs"/>
              </a:rPr>
              <a:t>ask </a:t>
            </a:r>
            <a:r>
              <a:rPr lang="en-AU" sz="2000" dirty="0">
                <a:solidFill>
                  <a:srgbClr val="11181C"/>
                </a:solidFill>
                <a:latin typeface="-apple-system"/>
              </a:rPr>
              <a:t>for </a:t>
            </a:r>
            <a:r>
              <a:rPr kumimoji="0" lang="en-US" sz="2000" b="0" i="0" u="none" strike="noStrike" kern="1200" cap="none" spc="0" normalizeH="0" baseline="0" noProof="0" dirty="0">
                <a:ln>
                  <a:noFill/>
                </a:ln>
                <a:solidFill>
                  <a:srgbClr val="11181C"/>
                </a:solidFill>
                <a:effectLst/>
                <a:uLnTx/>
                <a:uFillTx/>
                <a:latin typeface="-apple-system"/>
                <a:ea typeface="+mn-ea"/>
                <a:cs typeface="+mn-cs"/>
              </a:rPr>
              <a:t>the user's name and age, greet them and tell them how old they will be next year</a:t>
            </a:r>
            <a:endParaRPr kumimoji="0" lang="ru-RU" sz="2000" b="0" i="0" u="none" strike="noStrike" kern="1200" cap="none" spc="0" normalizeH="0" baseline="0" noProof="0" dirty="0">
              <a:ln>
                <a:noFill/>
              </a:ln>
              <a:solidFill>
                <a:srgbClr val="11181C"/>
              </a:solidFill>
              <a:effectLst/>
              <a:uLnTx/>
              <a:uFillTx/>
              <a:latin typeface="-apple-system"/>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rgbClr val="11181C"/>
                </a:solidFill>
                <a:latin typeface="-apple-system"/>
              </a:rPr>
              <a:t>ask for two numbers and print true if they are equivalent, otherwise print false</a:t>
            </a:r>
            <a:r>
              <a:rPr kumimoji="0" lang="en-US" sz="2000" b="0" i="0" u="none" strike="noStrike" kern="1200" cap="none" spc="0" normalizeH="0" baseline="0" noProof="0" dirty="0">
                <a:ln>
                  <a:noFill/>
                </a:ln>
                <a:solidFill>
                  <a:srgbClr val="11181C"/>
                </a:solidFill>
                <a:effectLst/>
                <a:uLnTx/>
                <a:uFillTx/>
                <a:latin typeface="-apple-system"/>
                <a:ea typeface="+mn-ea"/>
                <a:cs typeface="+mn-cs"/>
              </a:rPr>
              <a:t>	</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11181C"/>
                </a:solidFill>
                <a:effectLst/>
                <a:uLnTx/>
                <a:uFillTx/>
                <a:latin typeface="-apple-system"/>
                <a:ea typeface="+mn-ea"/>
                <a:cs typeface="+mn-cs"/>
              </a:rPr>
              <a:t>ask </a:t>
            </a:r>
            <a:r>
              <a:rPr kumimoji="0" lang="ru-RU" sz="2000" b="0" i="0" u="none" strike="noStrike" kern="1200" cap="none" spc="0" normalizeH="0" baseline="0" noProof="0" dirty="0" err="1">
                <a:ln>
                  <a:noFill/>
                </a:ln>
                <a:solidFill>
                  <a:srgbClr val="11181C"/>
                </a:solidFill>
                <a:effectLst/>
                <a:uLnTx/>
                <a:uFillTx/>
                <a:latin typeface="-apple-system"/>
                <a:ea typeface="+mn-ea"/>
                <a:cs typeface="+mn-cs"/>
              </a:rPr>
              <a:t>the</a:t>
            </a:r>
            <a:r>
              <a:rPr kumimoji="0" lang="ru-RU" sz="2000" b="0" i="0" u="none" strike="noStrike" kern="1200" cap="none" spc="0" normalizeH="0" baseline="0" noProof="0" dirty="0">
                <a:ln>
                  <a:noFill/>
                </a:ln>
                <a:solidFill>
                  <a:srgbClr val="11181C"/>
                </a:solidFill>
                <a:effectLst/>
                <a:uLnTx/>
                <a:uFillTx/>
                <a:latin typeface="-apple-system"/>
                <a:ea typeface="+mn-ea"/>
                <a:cs typeface="+mn-cs"/>
              </a:rPr>
              <a:t> </a:t>
            </a:r>
            <a:r>
              <a:rPr kumimoji="0" lang="en-US" sz="2000" b="0" i="0" u="none" strike="noStrike" kern="1200" cap="none" spc="0" normalizeH="0" baseline="0" noProof="0" dirty="0">
                <a:ln>
                  <a:noFill/>
                </a:ln>
                <a:solidFill>
                  <a:srgbClr val="11181C"/>
                </a:solidFill>
                <a:effectLst/>
                <a:uLnTx/>
                <a:uFillTx/>
                <a:latin typeface="-apple-system"/>
                <a:ea typeface="+mn-ea"/>
                <a:cs typeface="+mn-cs"/>
              </a:rPr>
              <a:t>user for the size and</a:t>
            </a:r>
            <a:r>
              <a:rPr lang="en-US" sz="2000" dirty="0">
                <a:solidFill>
                  <a:srgbClr val="11181C"/>
                </a:solidFill>
                <a:latin typeface="-apple-system"/>
              </a:rPr>
              <a:t> calculate the a</a:t>
            </a:r>
            <a:r>
              <a:rPr kumimoji="0" lang="en-US" sz="2000" b="0" i="0" u="none" strike="noStrike" kern="1200" cap="none" spc="0" normalizeH="0" baseline="0" noProof="0" dirty="0">
                <a:ln>
                  <a:noFill/>
                </a:ln>
                <a:solidFill>
                  <a:srgbClr val="11181C"/>
                </a:solidFill>
                <a:effectLst/>
                <a:uLnTx/>
                <a:uFillTx/>
                <a:latin typeface="-apple-system"/>
                <a:ea typeface="+mn-ea"/>
                <a:cs typeface="+mn-cs"/>
              </a:rPr>
              <a:t>rea and perimeter </a:t>
            </a:r>
            <a:r>
              <a:rPr lang="en-US" sz="2000" dirty="0">
                <a:solidFill>
                  <a:srgbClr val="11181C"/>
                </a:solidFill>
                <a:latin typeface="-apple-system"/>
              </a:rPr>
              <a:t>of s</a:t>
            </a:r>
            <a:r>
              <a:rPr kumimoji="0" lang="en-US" sz="2000" b="0" i="0" u="none" strike="noStrike" kern="1200" cap="none" spc="0" normalizeH="0" baseline="0" noProof="0" dirty="0" err="1">
                <a:ln>
                  <a:noFill/>
                </a:ln>
                <a:solidFill>
                  <a:srgbClr val="11181C"/>
                </a:solidFill>
                <a:effectLst/>
                <a:uLnTx/>
                <a:uFillTx/>
                <a:latin typeface="-apple-system"/>
                <a:ea typeface="+mn-ea"/>
                <a:cs typeface="+mn-cs"/>
              </a:rPr>
              <a:t>quare</a:t>
            </a:r>
            <a:r>
              <a:rPr lang="en-US" sz="2000" dirty="0">
                <a:solidFill>
                  <a:srgbClr val="11181C"/>
                </a:solidFill>
                <a:latin typeface="-apple-system"/>
              </a:rPr>
              <a:t> and</a:t>
            </a:r>
            <a:r>
              <a:rPr kumimoji="0" lang="en-US" sz="2000" b="0" i="0" u="none" strike="noStrike" kern="1200" cap="none" spc="0" normalizeH="0" baseline="0" noProof="0" dirty="0">
                <a:ln>
                  <a:noFill/>
                </a:ln>
                <a:solidFill>
                  <a:srgbClr val="11181C"/>
                </a:solidFill>
                <a:effectLst/>
                <a:uLnTx/>
                <a:uFillTx/>
                <a:latin typeface="-apple-system"/>
                <a:ea typeface="+mn-ea"/>
                <a:cs typeface="+mn-cs"/>
              </a:rPr>
              <a:t> circle (PI = 3.1415926535)</a:t>
            </a:r>
          </a:p>
        </p:txBody>
      </p:sp>
    </p:spTree>
    <p:extLst>
      <p:ext uri="{BB962C8B-B14F-4D97-AF65-F5344CB8AC3E}">
        <p14:creationId xmlns:p14="http://schemas.microsoft.com/office/powerpoint/2010/main" val="2528230983"/>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1_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910</TotalTime>
  <Words>1176</Words>
  <Application>Microsoft Office PowerPoint</Application>
  <PresentationFormat>Widescreen</PresentationFormat>
  <Paragraphs>116</Paragraphs>
  <Slides>19</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-apple-system</vt:lpstr>
      <vt:lpstr>Arial</vt:lpstr>
      <vt:lpstr>Tw Cen MT</vt:lpstr>
      <vt:lpstr>Circuit</vt:lpstr>
      <vt:lpstr>1_Circuit</vt:lpstr>
      <vt:lpstr>C# Variables and data types </vt:lpstr>
      <vt:lpstr>More commonly used types</vt:lpstr>
      <vt:lpstr>Creating a new variable</vt:lpstr>
      <vt:lpstr>Examples</vt:lpstr>
      <vt:lpstr> C# built-in value types:</vt:lpstr>
      <vt:lpstr>C# built-in reference types:</vt:lpstr>
      <vt:lpstr>Implicitly-typed local variables</vt:lpstr>
      <vt:lpstr>C# Constants</vt:lpstr>
      <vt:lpstr>typecasting</vt:lpstr>
      <vt:lpstr>Implicit casting</vt:lpstr>
      <vt:lpstr>Explicit casting</vt:lpstr>
      <vt:lpstr>Explicit typecasting</vt:lpstr>
      <vt:lpstr>convert methods</vt:lpstr>
      <vt:lpstr>Parse methods</vt:lpstr>
      <vt:lpstr>Try Parse methods</vt:lpstr>
      <vt:lpstr>To String method</vt:lpstr>
      <vt:lpstr>Console. Read() vs Console.ReadLine()</vt:lpstr>
      <vt:lpstr>String manipulation</vt:lpstr>
      <vt:lpstr>Let’s try some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Variables and data types</dc:title>
  <dc:creator>troy vaughn</dc:creator>
  <cp:lastModifiedBy>Vaynberg Oleg</cp:lastModifiedBy>
  <cp:revision>16</cp:revision>
  <dcterms:created xsi:type="dcterms:W3CDTF">2021-07-25T04:51:51Z</dcterms:created>
  <dcterms:modified xsi:type="dcterms:W3CDTF">2024-01-28T10:30:37Z</dcterms:modified>
</cp:coreProperties>
</file>