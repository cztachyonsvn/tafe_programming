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6" r:id="rId6"/>
    <p:sldId id="264" r:id="rId7"/>
    <p:sldId id="268" r:id="rId8"/>
    <p:sldId id="269" r:id="rId9"/>
    <p:sldId id="267" r:id="rId10"/>
    <p:sldId id="270" r:id="rId11"/>
    <p:sldId id="271" r:id="rId12"/>
    <p:sldId id="272" r:id="rId13"/>
    <p:sldId id="274" r:id="rId14"/>
    <p:sldId id="273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y vaughn" userId="eb13a8797f75bf12" providerId="LiveId" clId="{393E96C2-759F-4CC8-B615-D6C18233BE35}"/>
    <pc:docChg chg="undo custSel addSld delSld modSld sldOrd">
      <pc:chgData name="troy vaughn" userId="eb13a8797f75bf12" providerId="LiveId" clId="{393E96C2-759F-4CC8-B615-D6C18233BE35}" dt="2021-07-09T05:06:33.545" v="7623" actId="20577"/>
      <pc:docMkLst>
        <pc:docMk/>
      </pc:docMkLst>
      <pc:sldChg chg="modSp new mod">
        <pc:chgData name="troy vaughn" userId="eb13a8797f75bf12" providerId="LiveId" clId="{393E96C2-759F-4CC8-B615-D6C18233BE35}" dt="2021-07-09T05:06:19.950" v="7596" actId="20577"/>
        <pc:sldMkLst>
          <pc:docMk/>
          <pc:sldMk cId="2914377975" sldId="257"/>
        </pc:sldMkLst>
        <pc:spChg chg="mod">
          <ac:chgData name="troy vaughn" userId="eb13a8797f75bf12" providerId="LiveId" clId="{393E96C2-759F-4CC8-B615-D6C18233BE35}" dt="2021-07-09T01:37:18.360" v="17" actId="20577"/>
          <ac:spMkLst>
            <pc:docMk/>
            <pc:sldMk cId="2914377975" sldId="257"/>
            <ac:spMk id="2" creationId="{249AD25D-391E-45A6-BCB7-351620840803}"/>
          </ac:spMkLst>
        </pc:spChg>
        <pc:spChg chg="mod">
          <ac:chgData name="troy vaughn" userId="eb13a8797f75bf12" providerId="LiveId" clId="{393E96C2-759F-4CC8-B615-D6C18233BE35}" dt="2021-07-09T05:06:19.950" v="7596" actId="20577"/>
          <ac:spMkLst>
            <pc:docMk/>
            <pc:sldMk cId="2914377975" sldId="257"/>
            <ac:spMk id="3" creationId="{25976470-1613-4811-922E-833B31F02E19}"/>
          </ac:spMkLst>
        </pc:spChg>
      </pc:sldChg>
      <pc:sldChg chg="addSp delSp modSp new mod setBg setClrOvrMap">
        <pc:chgData name="troy vaughn" userId="eb13a8797f75bf12" providerId="LiveId" clId="{393E96C2-759F-4CC8-B615-D6C18233BE35}" dt="2021-07-09T01:57:16.865" v="571" actId="14100"/>
        <pc:sldMkLst>
          <pc:docMk/>
          <pc:sldMk cId="2768719265" sldId="258"/>
        </pc:sldMkLst>
        <pc:spChg chg="mo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2" creationId="{6C584DEB-E21C-4270-B0BB-3C1CE9F195D9}"/>
          </ac:spMkLst>
        </pc:spChg>
        <pc:spChg chg="mod or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3" creationId="{C338F302-0C6D-4318-8CB4-474263DDF053}"/>
          </ac:spMkLst>
        </pc:spChg>
        <pc:spChg chg="ad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73" creationId="{046B922C-5BA7-4973-B12F-71A509E4BF13}"/>
          </ac:spMkLst>
        </pc:spChg>
        <pc:spChg chg="ad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118" creationId="{F2B1468C-8227-4785-8776-7BDBDDF08F85}"/>
          </ac:spMkLst>
        </pc:spChg>
        <pc:grpChg chg="add">
          <ac:chgData name="troy vaughn" userId="eb13a8797f75bf12" providerId="LiveId" clId="{393E96C2-759F-4CC8-B615-D6C18233BE35}" dt="2021-07-09T01:57:11.512" v="569" actId="26606"/>
          <ac:grpSpMkLst>
            <pc:docMk/>
            <pc:sldMk cId="2768719265" sldId="258"/>
            <ac:grpSpMk id="75" creationId="{96D34D8D-9EE9-4659-8C22-7551A95F96FA}"/>
          </ac:grpSpMkLst>
        </pc:grpChg>
        <pc:picChg chg="add">
          <ac:chgData name="troy vaughn" userId="eb13a8797f75bf12" providerId="LiveId" clId="{393E96C2-759F-4CC8-B615-D6C18233BE35}" dt="2021-07-09T01:57:11.512" v="569" actId="26606"/>
          <ac:picMkLst>
            <pc:docMk/>
            <pc:sldMk cId="2768719265" sldId="258"/>
            <ac:picMk id="116" creationId="{2FB01CCF-839B-4126-9BF9-132C64D8A1AA}"/>
          </ac:picMkLst>
        </pc:picChg>
        <pc:picChg chg="add del mod">
          <ac:chgData name="troy vaughn" userId="eb13a8797f75bf12" providerId="LiveId" clId="{393E96C2-759F-4CC8-B615-D6C18233BE35}" dt="2021-07-09T01:56:51.654" v="565"/>
          <ac:picMkLst>
            <pc:docMk/>
            <pc:sldMk cId="2768719265" sldId="258"/>
            <ac:picMk id="1026" creationId="{EF8C1553-BD26-4389-AC39-1B43FF5963C1}"/>
          </ac:picMkLst>
        </pc:picChg>
        <pc:picChg chg="add mod">
          <ac:chgData name="troy vaughn" userId="eb13a8797f75bf12" providerId="LiveId" clId="{393E96C2-759F-4CC8-B615-D6C18233BE35}" dt="2021-07-09T01:57:16.865" v="571" actId="14100"/>
          <ac:picMkLst>
            <pc:docMk/>
            <pc:sldMk cId="2768719265" sldId="258"/>
            <ac:picMk id="1028" creationId="{F0B0A61E-CD0A-4D60-A9E0-A5D171857F88}"/>
          </ac:picMkLst>
        </pc:picChg>
      </pc:sldChg>
      <pc:sldChg chg="addSp delSp modSp new mod setBg">
        <pc:chgData name="troy vaughn" userId="eb13a8797f75bf12" providerId="LiveId" clId="{393E96C2-759F-4CC8-B615-D6C18233BE35}" dt="2021-07-09T02:10:25.302" v="1171" actId="20577"/>
        <pc:sldMkLst>
          <pc:docMk/>
          <pc:sldMk cId="428800501" sldId="259"/>
        </pc:sldMkLst>
        <pc:spChg chg="mod ord">
          <ac:chgData name="troy vaughn" userId="eb13a8797f75bf12" providerId="LiveId" clId="{393E96C2-759F-4CC8-B615-D6C18233BE35}" dt="2021-07-09T02:07:22.326" v="1045" actId="26606"/>
          <ac:spMkLst>
            <pc:docMk/>
            <pc:sldMk cId="428800501" sldId="259"/>
            <ac:spMk id="2" creationId="{14968CB7-4DDB-4042-B026-187BCAC5B546}"/>
          </ac:spMkLst>
        </pc:spChg>
        <pc:spChg chg="mod">
          <ac:chgData name="troy vaughn" userId="eb13a8797f75bf12" providerId="LiveId" clId="{393E96C2-759F-4CC8-B615-D6C18233BE35}" dt="2021-07-09T02:10:25.302" v="1171" actId="20577"/>
          <ac:spMkLst>
            <pc:docMk/>
            <pc:sldMk cId="428800501" sldId="259"/>
            <ac:spMk id="3" creationId="{4458DDAB-60AE-45C5-878E-C2E1014D4BE9}"/>
          </ac:spMkLst>
        </pc:spChg>
        <pc:grpChg chg="add del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9" creationId="{9AE4726C-1831-4FE3-9A11-227F0DC2F0BC}"/>
          </ac:grpSpMkLst>
        </pc:grpChg>
        <pc:grpChg chg="add del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13" creationId="{E916825F-759B-4F1A-BA80-AF7137691EC5}"/>
          </ac:grpSpMkLst>
        </pc:grpChg>
        <pc:grpChg chg="add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72" creationId="{A0B38558-5389-4817-936F-FD62560CAC11}"/>
          </ac:grpSpMkLst>
        </pc:grpChg>
        <pc:grpChg chg="add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76" creationId="{15502586-682B-4EDF-9515-674BB4E1CD13}"/>
          </ac:grpSpMkLst>
        </pc:grpChg>
        <pc:picChg chg="add mod">
          <ac:chgData name="troy vaughn" userId="eb13a8797f75bf12" providerId="LiveId" clId="{393E96C2-759F-4CC8-B615-D6C18233BE35}" dt="2021-07-09T02:07:22.326" v="1045" actId="26606"/>
          <ac:picMkLst>
            <pc:docMk/>
            <pc:sldMk cId="428800501" sldId="259"/>
            <ac:picMk id="5" creationId="{FA1C9FC8-9B2D-49F1-A655-5ED28D8EF605}"/>
          </ac:picMkLst>
        </pc:picChg>
      </pc:sldChg>
      <pc:sldChg chg="modSp new mod">
        <pc:chgData name="troy vaughn" userId="eb13a8797f75bf12" providerId="LiveId" clId="{393E96C2-759F-4CC8-B615-D6C18233BE35}" dt="2021-07-09T02:15:06.952" v="1552" actId="20577"/>
        <pc:sldMkLst>
          <pc:docMk/>
          <pc:sldMk cId="115972352" sldId="260"/>
        </pc:sldMkLst>
        <pc:spChg chg="mod">
          <ac:chgData name="troy vaughn" userId="eb13a8797f75bf12" providerId="LiveId" clId="{393E96C2-759F-4CC8-B615-D6C18233BE35}" dt="2021-07-09T02:11:04.954" v="1174" actId="27636"/>
          <ac:spMkLst>
            <pc:docMk/>
            <pc:sldMk cId="115972352" sldId="260"/>
            <ac:spMk id="2" creationId="{8F2CBEAD-EEB5-4533-BDD2-2D70C6612DA5}"/>
          </ac:spMkLst>
        </pc:spChg>
        <pc:spChg chg="mod">
          <ac:chgData name="troy vaughn" userId="eb13a8797f75bf12" providerId="LiveId" clId="{393E96C2-759F-4CC8-B615-D6C18233BE35}" dt="2021-07-09T02:15:06.952" v="1552" actId="20577"/>
          <ac:spMkLst>
            <pc:docMk/>
            <pc:sldMk cId="115972352" sldId="260"/>
            <ac:spMk id="3" creationId="{BA8265CA-CB01-41F9-8378-C245D0D00698}"/>
          </ac:spMkLst>
        </pc:spChg>
      </pc:sldChg>
      <pc:sldChg chg="addSp modSp new mod setBg">
        <pc:chgData name="troy vaughn" userId="eb13a8797f75bf12" providerId="LiveId" clId="{393E96C2-759F-4CC8-B615-D6C18233BE35}" dt="2021-07-09T02:20:50.666" v="1770" actId="26606"/>
        <pc:sldMkLst>
          <pc:docMk/>
          <pc:sldMk cId="3975995308" sldId="261"/>
        </pc:sldMkLst>
        <pc:spChg chg="mod">
          <ac:chgData name="troy vaughn" userId="eb13a8797f75bf12" providerId="LiveId" clId="{393E96C2-759F-4CC8-B615-D6C18233BE35}" dt="2021-07-09T02:20:50.666" v="1770" actId="26606"/>
          <ac:spMkLst>
            <pc:docMk/>
            <pc:sldMk cId="3975995308" sldId="261"/>
            <ac:spMk id="2" creationId="{309A5D3E-834D-41EE-8367-9CA50AFF3A5F}"/>
          </ac:spMkLst>
        </pc:spChg>
        <pc:spChg chg="mod">
          <ac:chgData name="troy vaughn" userId="eb13a8797f75bf12" providerId="LiveId" clId="{393E96C2-759F-4CC8-B615-D6C18233BE35}" dt="2021-07-09T02:20:50.666" v="1770" actId="26606"/>
          <ac:spMkLst>
            <pc:docMk/>
            <pc:sldMk cId="3975995308" sldId="261"/>
            <ac:spMk id="3" creationId="{1F0AF162-708C-4224-8881-78F3B50B69DE}"/>
          </ac:spMkLst>
        </pc:spChg>
        <pc:picChg chg="add mod">
          <ac:chgData name="troy vaughn" userId="eb13a8797f75bf12" providerId="LiveId" clId="{393E96C2-759F-4CC8-B615-D6C18233BE35}" dt="2021-07-09T02:20:50.666" v="1770" actId="26606"/>
          <ac:picMkLst>
            <pc:docMk/>
            <pc:sldMk cId="3975995308" sldId="261"/>
            <ac:picMk id="2050" creationId="{E1F153E7-D4DF-439C-92BD-F6CF41CD1899}"/>
          </ac:picMkLst>
        </pc:picChg>
      </pc:sldChg>
      <pc:sldChg chg="addSp delSp modSp new mod setBg">
        <pc:chgData name="troy vaughn" userId="eb13a8797f75bf12" providerId="LiveId" clId="{393E96C2-759F-4CC8-B615-D6C18233BE35}" dt="2021-07-09T03:20:18.220" v="2171"/>
        <pc:sldMkLst>
          <pc:docMk/>
          <pc:sldMk cId="510475011" sldId="262"/>
        </pc:sldMkLst>
        <pc:spChg chg="mod">
          <ac:chgData name="troy vaughn" userId="eb13a8797f75bf12" providerId="LiveId" clId="{393E96C2-759F-4CC8-B615-D6C18233BE35}" dt="2021-07-09T03:11:52.505" v="2163" actId="26606"/>
          <ac:spMkLst>
            <pc:docMk/>
            <pc:sldMk cId="510475011" sldId="262"/>
            <ac:spMk id="2" creationId="{F5967783-4344-4814-97BF-94B9AC19510B}"/>
          </ac:spMkLst>
        </pc:spChg>
        <pc:spChg chg="add del mod">
          <ac:chgData name="troy vaughn" userId="eb13a8797f75bf12" providerId="LiveId" clId="{393E96C2-759F-4CC8-B615-D6C18233BE35}" dt="2021-07-09T03:20:13.021" v="2170" actId="14100"/>
          <ac:spMkLst>
            <pc:docMk/>
            <pc:sldMk cId="510475011" sldId="262"/>
            <ac:spMk id="3" creationId="{A8419B69-8D14-4A6E-BE62-FF6CEFB80E19}"/>
          </ac:spMkLst>
        </pc:spChg>
        <pc:spChg chg="add del">
          <ac:chgData name="troy vaughn" userId="eb13a8797f75bf12" providerId="LiveId" clId="{393E96C2-759F-4CC8-B615-D6C18233BE35}" dt="2021-07-09T03:11:52.505" v="2163" actId="26606"/>
          <ac:spMkLst>
            <pc:docMk/>
            <pc:sldMk cId="510475011" sldId="262"/>
            <ac:spMk id="6" creationId="{C6270675-9512-4978-8583-36659256EE23}"/>
          </ac:spMkLst>
        </pc:spChg>
        <pc:spChg chg="add del">
          <ac:chgData name="troy vaughn" userId="eb13a8797f75bf12" providerId="LiveId" clId="{393E96C2-759F-4CC8-B615-D6C18233BE35}" dt="2021-07-09T03:11:19.409" v="2159" actId="26606"/>
          <ac:spMkLst>
            <pc:docMk/>
            <pc:sldMk cId="510475011" sldId="262"/>
            <ac:spMk id="9" creationId="{2EEF4763-EB4A-4A35-89EB-AD2763B48C3B}"/>
          </ac:spMkLst>
        </pc:spChg>
        <pc:graphicFrameChg chg="add del">
          <ac:chgData name="troy vaughn" userId="eb13a8797f75bf12" providerId="LiveId" clId="{393E96C2-759F-4CC8-B615-D6C18233BE35}" dt="2021-07-09T03:11:19.409" v="2159" actId="26606"/>
          <ac:graphicFrameMkLst>
            <pc:docMk/>
            <pc:sldMk cId="510475011" sldId="262"/>
            <ac:graphicFrameMk id="5" creationId="{FF5BD321-C30F-43A4-A0DD-C7032849E600}"/>
          </ac:graphicFrameMkLst>
        </pc:graphicFrameChg>
        <pc:graphicFrameChg chg="add del mod">
          <ac:chgData name="troy vaughn" userId="eb13a8797f75bf12" providerId="LiveId" clId="{393E96C2-759F-4CC8-B615-D6C18233BE35}" dt="2021-07-09T03:11:52.505" v="2163" actId="26606"/>
          <ac:graphicFrameMkLst>
            <pc:docMk/>
            <pc:sldMk cId="510475011" sldId="262"/>
            <ac:graphicFrameMk id="7" creationId="{2B017E01-AE67-4D23-937A-67082486BD8A}"/>
          </ac:graphicFrameMkLst>
        </pc:graphicFrameChg>
        <pc:picChg chg="add del mod">
          <ac:chgData name="troy vaughn" userId="eb13a8797f75bf12" providerId="LiveId" clId="{393E96C2-759F-4CC8-B615-D6C18233BE35}" dt="2021-07-09T03:20:18.220" v="2171"/>
          <ac:picMkLst>
            <pc:docMk/>
            <pc:sldMk cId="510475011" sldId="262"/>
            <ac:picMk id="3074" creationId="{30158EE1-0FD1-4F92-9083-49743ACF370E}"/>
          </ac:picMkLst>
        </pc:picChg>
      </pc:sldChg>
      <pc:sldChg chg="addSp delSp modSp new mod setBg setClrOvrMap">
        <pc:chgData name="troy vaughn" userId="eb13a8797f75bf12" providerId="LiveId" clId="{393E96C2-759F-4CC8-B615-D6C18233BE35}" dt="2021-07-09T03:26:23.492" v="2342" actId="1076"/>
        <pc:sldMkLst>
          <pc:docMk/>
          <pc:sldMk cId="1881649166" sldId="263"/>
        </pc:sldMkLst>
        <pc:spChg chg="add mod">
          <ac:chgData name="troy vaughn" userId="eb13a8797f75bf12" providerId="LiveId" clId="{393E96C2-759F-4CC8-B615-D6C18233BE35}" dt="2021-07-09T03:26:23.492" v="2342" actId="1076"/>
          <ac:spMkLst>
            <pc:docMk/>
            <pc:sldMk cId="1881649166" sldId="263"/>
            <ac:spMk id="2" creationId="{E25556C3-6639-4F20-8452-83C473CB08BF}"/>
          </ac:spMkLst>
        </pc:spChg>
        <pc:spChg chg="add mod">
          <ac:chgData name="troy vaughn" userId="eb13a8797f75bf12" providerId="LiveId" clId="{393E96C2-759F-4CC8-B615-D6C18233BE35}" dt="2021-07-09T03:22:51.889" v="2196" actId="26606"/>
          <ac:spMkLst>
            <pc:docMk/>
            <pc:sldMk cId="1881649166" sldId="263"/>
            <ac:spMk id="6" creationId="{497D19F7-7634-4811-B054-2962A11076E0}"/>
          </ac:spMkLst>
        </pc:spChg>
        <pc:spChg chg="add mod">
          <ac:chgData name="troy vaughn" userId="eb13a8797f75bf12" providerId="LiveId" clId="{393E96C2-759F-4CC8-B615-D6C18233BE35}" dt="2021-07-09T03:25:19.377" v="2332" actId="20577"/>
          <ac:spMkLst>
            <pc:docMk/>
            <pc:sldMk cId="1881649166" sldId="263"/>
            <ac:spMk id="7" creationId="{5F596DC8-5616-492E-B9FC-7AB9CDDF9CE9}"/>
          </ac:spMkLst>
        </pc:spChg>
        <pc:spChg chg="add del">
          <ac:chgData name="troy vaughn" userId="eb13a8797f75bf12" providerId="LiveId" clId="{393E96C2-759F-4CC8-B615-D6C18233BE35}" dt="2021-07-09T03:21:16.069" v="2179" actId="26606"/>
          <ac:spMkLst>
            <pc:docMk/>
            <pc:sldMk cId="1881649166" sldId="263"/>
            <ac:spMk id="73" creationId="{BC3E363D-4793-4E9B-88F5-58007346CFBE}"/>
          </ac:spMkLst>
        </pc:spChg>
        <pc:spChg chg="add del">
          <ac:chgData name="troy vaughn" userId="eb13a8797f75bf12" providerId="LiveId" clId="{393E96C2-759F-4CC8-B615-D6C18233BE35}" dt="2021-07-09T03:22:51.847" v="2195" actId="26606"/>
          <ac:spMkLst>
            <pc:docMk/>
            <pc:sldMk cId="1881649166" sldId="263"/>
            <ac:spMk id="114" creationId="{6697F791-5FFA-4164-899F-EB52EA72B024}"/>
          </ac:spMkLst>
        </pc:spChg>
        <pc:spChg chg="add del">
          <ac:chgData name="troy vaughn" userId="eb13a8797f75bf12" providerId="LiveId" clId="{393E96C2-759F-4CC8-B615-D6C18233BE35}" dt="2021-07-09T03:22:51.847" v="2195" actId="26606"/>
          <ac:spMkLst>
            <pc:docMk/>
            <pc:sldMk cId="1881649166" sldId="263"/>
            <ac:spMk id="118" creationId="{B773AB25-A422-41AA-9737-5E04C1966DE1}"/>
          </ac:spMkLst>
        </pc:spChg>
        <pc:spChg chg="add">
          <ac:chgData name="troy vaughn" userId="eb13a8797f75bf12" providerId="LiveId" clId="{393E96C2-759F-4CC8-B615-D6C18233BE35}" dt="2021-07-09T03:22:51.889" v="2196" actId="26606"/>
          <ac:spMkLst>
            <pc:docMk/>
            <pc:sldMk cId="1881649166" sldId="263"/>
            <ac:spMk id="4107" creationId="{C2E4E997-8672-4FFD-B8EC-9932A8E4714B}"/>
          </ac:spMkLst>
        </pc:spChg>
        <pc:grpChg chg="add del">
          <ac:chgData name="troy vaughn" userId="eb13a8797f75bf12" providerId="LiveId" clId="{393E96C2-759F-4CC8-B615-D6C18233BE35}" dt="2021-07-09T03:22:51.847" v="2195" actId="26606"/>
          <ac:grpSpMkLst>
            <pc:docMk/>
            <pc:sldMk cId="1881649166" sldId="263"/>
            <ac:grpSpMk id="122" creationId="{6AD0D387-1584-4477-B5F8-52B50D4F2205}"/>
          </ac:grpSpMkLst>
        </pc:grpChg>
        <pc:grpChg chg="add del">
          <ac:chgData name="troy vaughn" userId="eb13a8797f75bf12" providerId="LiveId" clId="{393E96C2-759F-4CC8-B615-D6C18233BE35}" dt="2021-07-09T03:22:51.847" v="2195" actId="26606"/>
          <ac:grpSpMkLst>
            <pc:docMk/>
            <pc:sldMk cId="1881649166" sldId="263"/>
            <ac:grpSpMk id="4101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22:51.889" v="2196" actId="26606"/>
          <ac:grpSpMkLst>
            <pc:docMk/>
            <pc:sldMk cId="1881649166" sldId="263"/>
            <ac:grpSpMk id="4105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22:51.889" v="2196" actId="26606"/>
          <ac:grpSpMkLst>
            <pc:docMk/>
            <pc:sldMk cId="1881649166" sldId="263"/>
            <ac:grpSpMk id="4109" creationId="{453E4DEE-E996-40F8-8635-0FF43D7348F9}"/>
          </ac:grpSpMkLst>
        </pc:grpChg>
        <pc:picChg chg="add del">
          <ac:chgData name="troy vaughn" userId="eb13a8797f75bf12" providerId="LiveId" clId="{393E96C2-759F-4CC8-B615-D6C18233BE35}" dt="2021-07-09T03:21:16.069" v="2179" actId="26606"/>
          <ac:picMkLst>
            <pc:docMk/>
            <pc:sldMk cId="1881649166" sldId="263"/>
            <ac:picMk id="71" creationId="{43BCD4D4-0FCB-418E-9D58-033B2DB4157F}"/>
          </ac:picMkLst>
        </pc:picChg>
        <pc:picChg chg="add del">
          <ac:chgData name="troy vaughn" userId="eb13a8797f75bf12" providerId="LiveId" clId="{393E96C2-759F-4CC8-B615-D6C18233BE35}" dt="2021-07-09T03:21:16.069" v="2179" actId="26606"/>
          <ac:picMkLst>
            <pc:docMk/>
            <pc:sldMk cId="1881649166" sldId="263"/>
            <ac:picMk id="75" creationId="{AA3F2319-3466-4D84-ABE4-77BC773F35D1}"/>
          </ac:picMkLst>
        </pc:picChg>
        <pc:picChg chg="add del">
          <ac:chgData name="troy vaughn" userId="eb13a8797f75bf12" providerId="LiveId" clId="{393E96C2-759F-4CC8-B615-D6C18233BE35}" dt="2021-07-09T03:22:51.847" v="2195" actId="26606"/>
          <ac:picMkLst>
            <pc:docMk/>
            <pc:sldMk cId="1881649166" sldId="263"/>
            <ac:picMk id="116" creationId="{4E28A1A9-FB81-4816-AAEA-C3B430946951}"/>
          </ac:picMkLst>
        </pc:picChg>
        <pc:picChg chg="add del">
          <ac:chgData name="troy vaughn" userId="eb13a8797f75bf12" providerId="LiveId" clId="{393E96C2-759F-4CC8-B615-D6C18233BE35}" dt="2021-07-09T03:22:51.847" v="2195" actId="26606"/>
          <ac:picMkLst>
            <pc:docMk/>
            <pc:sldMk cId="1881649166" sldId="263"/>
            <ac:picMk id="120" creationId="{AF0552B8-DE8C-40DF-B29F-1728E6A10619}"/>
          </ac:picMkLst>
        </pc:picChg>
        <pc:picChg chg="add mod ord">
          <ac:chgData name="troy vaughn" userId="eb13a8797f75bf12" providerId="LiveId" clId="{393E96C2-759F-4CC8-B615-D6C18233BE35}" dt="2021-07-09T03:25:32.323" v="2335" actId="14100"/>
          <ac:picMkLst>
            <pc:docMk/>
            <pc:sldMk cId="1881649166" sldId="263"/>
            <ac:picMk id="4098" creationId="{86C7DE5A-0A08-4D60-AD12-72A9079CDC39}"/>
          </ac:picMkLst>
        </pc:picChg>
        <pc:picChg chg="add del">
          <ac:chgData name="troy vaughn" userId="eb13a8797f75bf12" providerId="LiveId" clId="{393E96C2-759F-4CC8-B615-D6C18233BE35}" dt="2021-07-09T03:22:51.847" v="2195" actId="26606"/>
          <ac:picMkLst>
            <pc:docMk/>
            <pc:sldMk cId="1881649166" sldId="263"/>
            <ac:picMk id="4100" creationId="{5FF7B57D-FF7B-48B3-9F60-9BCEEECF9E76}"/>
          </ac:picMkLst>
        </pc:picChg>
        <pc:picChg chg="add">
          <ac:chgData name="troy vaughn" userId="eb13a8797f75bf12" providerId="LiveId" clId="{393E96C2-759F-4CC8-B615-D6C18233BE35}" dt="2021-07-09T03:22:51.889" v="2196" actId="26606"/>
          <ac:picMkLst>
            <pc:docMk/>
            <pc:sldMk cId="1881649166" sldId="263"/>
            <ac:picMk id="4104" creationId="{5FF7B57D-FF7B-48B3-9F60-9BCEEECF9E76}"/>
          </ac:picMkLst>
        </pc:picChg>
        <pc:picChg chg="add">
          <ac:chgData name="troy vaughn" userId="eb13a8797f75bf12" providerId="LiveId" clId="{393E96C2-759F-4CC8-B615-D6C18233BE35}" dt="2021-07-09T03:22:51.889" v="2196" actId="26606"/>
          <ac:picMkLst>
            <pc:docMk/>
            <pc:sldMk cId="1881649166" sldId="263"/>
            <ac:picMk id="4108" creationId="{FE6BA9E6-1D9E-4D30-B528-D49FA1342E4E}"/>
          </ac:picMkLst>
        </pc:picChg>
      </pc:sldChg>
      <pc:sldChg chg="addSp delSp modSp new mod setBg setClrOvrMap">
        <pc:chgData name="troy vaughn" userId="eb13a8797f75bf12" providerId="LiveId" clId="{393E96C2-759F-4CC8-B615-D6C18233BE35}" dt="2021-07-09T03:42:13.333" v="2619" actId="26606"/>
        <pc:sldMkLst>
          <pc:docMk/>
          <pc:sldMk cId="3046166565" sldId="264"/>
        </pc:sldMkLst>
        <pc:spChg chg="mod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2" creationId="{9E49A82A-22A8-418D-8324-0A7A41991313}"/>
          </ac:spMkLst>
        </pc:spChg>
        <pc:spChg chg="del">
          <ac:chgData name="troy vaughn" userId="eb13a8797f75bf12" providerId="LiveId" clId="{393E96C2-759F-4CC8-B615-D6C18233BE35}" dt="2021-07-09T03:29:38.740" v="2344"/>
          <ac:spMkLst>
            <pc:docMk/>
            <pc:sldMk cId="3046166565" sldId="264"/>
            <ac:spMk id="3" creationId="{1227B044-5FEA-4AA7-9739-7EC1536001A4}"/>
          </ac:spMkLst>
        </pc:spChg>
        <pc:spChg chg="mod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4" creationId="{593303F6-3F66-4F5D-9594-EBF8082BC1C2}"/>
          </ac:spMkLst>
        </pc:spChg>
        <pc:spChg chg="add del mod">
          <ac:chgData name="troy vaughn" userId="eb13a8797f75bf12" providerId="LiveId" clId="{393E96C2-759F-4CC8-B615-D6C18233BE35}" dt="2021-07-09T03:36:49.156" v="2608" actId="26606"/>
          <ac:spMkLst>
            <pc:docMk/>
            <pc:sldMk cId="3046166565" sldId="264"/>
            <ac:spMk id="7" creationId="{5DD9F695-6CDE-4DC8-9CE7-6EBAF3FD2312}"/>
          </ac:spMkLst>
        </pc:spChg>
        <pc:spChg chg="add del">
          <ac:chgData name="troy vaughn" userId="eb13a8797f75bf12" providerId="LiveId" clId="{393E96C2-759F-4CC8-B615-D6C18233BE35}" dt="2021-07-09T03:42:13.333" v="2619" actId="26606"/>
          <ac:spMkLst>
            <pc:docMk/>
            <pc:sldMk cId="3046166565" sldId="264"/>
            <ac:spMk id="145" creationId="{C2E4E997-8672-4FFD-B8EC-9932A8E4714B}"/>
          </ac:spMkLst>
        </pc:spChg>
        <pc:spChg chg="add del">
          <ac:chgData name="troy vaughn" userId="eb13a8797f75bf12" providerId="LiveId" clId="{393E96C2-759F-4CC8-B615-D6C18233BE35}" dt="2021-07-09T03:42:03.445" v="2616" actId="26606"/>
          <ac:spMkLst>
            <pc:docMk/>
            <pc:sldMk cId="3046166565" sldId="264"/>
            <ac:spMk id="224" creationId="{C2E4E997-8672-4FFD-B8EC-9932A8E4714B}"/>
          </ac:spMkLst>
        </pc:spChg>
        <pc:spChg chg="add del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262" creationId="{6697F791-5FFA-4164-899F-EB52EA72B024}"/>
          </ac:spMkLst>
        </pc:spChg>
        <pc:spChg chg="add del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264" creationId="{B773AB25-A422-41AA-9737-5E04C1966DE1}"/>
          </ac:spMkLst>
        </pc:spChg>
        <pc:spChg chg="add">
          <ac:chgData name="troy vaughn" userId="eb13a8797f75bf12" providerId="LiveId" clId="{393E96C2-759F-4CC8-B615-D6C18233BE35}" dt="2021-07-09T03:42:13.333" v="2619" actId="26606"/>
          <ac:spMkLst>
            <pc:docMk/>
            <pc:sldMk cId="3046166565" sldId="264"/>
            <ac:spMk id="268" creationId="{C2E4E997-8672-4FFD-B8EC-9932A8E4714B}"/>
          </ac:spMkLst>
        </pc:spChg>
        <pc:grpChg chg="add del">
          <ac:chgData name="troy vaughn" userId="eb13a8797f75bf12" providerId="LiveId" clId="{393E96C2-759F-4CC8-B615-D6C18233BE35}" dt="2021-07-09T03:31:30.505" v="2365" actId="26606"/>
          <ac:grpSpMkLst>
            <pc:docMk/>
            <pc:sldMk cId="3046166565" sldId="264"/>
            <ac:grpSpMk id="12" creationId="{A838DBA2-246D-4087-AE0A-6EA2B4B65AF3}"/>
          </ac:grpSpMkLst>
        </pc:grpChg>
        <pc:grpChg chg="add del">
          <ac:chgData name="troy vaughn" userId="eb13a8797f75bf12" providerId="LiveId" clId="{393E96C2-759F-4CC8-B615-D6C18233BE35}" dt="2021-07-09T03:36:49.156" v="2608" actId="26606"/>
          <ac:grpSpMkLst>
            <pc:docMk/>
            <pc:sldMk cId="3046166565" sldId="264"/>
            <ac:grpSpMk id="58" creationId="{EB95AFDF-FA7D-4311-9C65-6D507D92F474}"/>
          </ac:grpSpMkLst>
        </pc:grpChg>
        <pc:grpChg chg="add del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104" creationId="{EB95AFDF-FA7D-4311-9C65-6D507D92F474}"/>
          </ac:grpSpMkLst>
        </pc:grpChg>
        <pc:grpChg chg="add del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149" creationId="{453E4DEE-E996-40F8-8635-0FF43D7348F9}"/>
          </ac:grpSpMkLst>
        </pc:grpChg>
        <pc:grpChg chg="add del">
          <ac:chgData name="troy vaughn" userId="eb13a8797f75bf12" providerId="LiveId" clId="{393E96C2-759F-4CC8-B615-D6C18233BE35}" dt="2021-07-09T03:42:03.445" v="2616" actId="26606"/>
          <ac:grpSpMkLst>
            <pc:docMk/>
            <pc:sldMk cId="3046166565" sldId="264"/>
            <ac:grpSpMk id="183" creationId="{EB95AFDF-FA7D-4311-9C65-6D507D92F474}"/>
          </ac:grpSpMkLst>
        </pc:grpChg>
        <pc:grpChg chg="add del">
          <ac:chgData name="troy vaughn" userId="eb13a8797f75bf12" providerId="LiveId" clId="{393E96C2-759F-4CC8-B615-D6C18233BE35}" dt="2021-07-09T03:42:03.445" v="2616" actId="26606"/>
          <ac:grpSpMkLst>
            <pc:docMk/>
            <pc:sldMk cId="3046166565" sldId="264"/>
            <ac:grpSpMk id="228" creationId="{453E4DEE-E996-40F8-8635-0FF43D7348F9}"/>
          </ac:grpSpMkLst>
        </pc:grpChg>
        <pc:grpChg chg="add del">
          <ac:chgData name="troy vaughn" userId="eb13a8797f75bf12" providerId="LiveId" clId="{393E96C2-759F-4CC8-B615-D6C18233BE35}" dt="2021-07-09T03:42:13.301" v="2618" actId="26606"/>
          <ac:grpSpMkLst>
            <pc:docMk/>
            <pc:sldMk cId="3046166565" sldId="264"/>
            <ac:grpSpMk id="232" creationId="{6AD0D387-1584-4477-B5F8-52B50D4F2205}"/>
          </ac:grpSpMkLst>
        </pc:grpChg>
        <pc:grpChg chg="add del">
          <ac:chgData name="troy vaughn" userId="eb13a8797f75bf12" providerId="LiveId" clId="{393E96C2-759F-4CC8-B615-D6C18233BE35}" dt="2021-07-09T03:42:13.301" v="2618" actId="26606"/>
          <ac:grpSpMkLst>
            <pc:docMk/>
            <pc:sldMk cId="3046166565" sldId="264"/>
            <ac:grpSpMk id="261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267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270" creationId="{453E4DEE-E996-40F8-8635-0FF43D7348F9}"/>
          </ac:grpSpMkLst>
        </pc:grpChg>
        <pc:picChg chg="add del mod">
          <ac:chgData name="troy vaughn" userId="eb13a8797f75bf12" providerId="LiveId" clId="{393E96C2-759F-4CC8-B615-D6C18233BE35}" dt="2021-07-09T03:36:38.657" v="2604" actId="478"/>
          <ac:picMkLst>
            <pc:docMk/>
            <pc:sldMk cId="3046166565" sldId="264"/>
            <ac:picMk id="5" creationId="{E90A2BBB-87F2-4A61-BB8D-D00C7A21210A}"/>
          </ac:picMkLst>
        </pc:picChg>
        <pc:picChg chg="add del mod">
          <ac:chgData name="troy vaughn" userId="eb13a8797f75bf12" providerId="LiveId" clId="{393E96C2-759F-4CC8-B615-D6C18233BE35}" dt="2021-07-09T03:41:46.302" v="2613" actId="478"/>
          <ac:picMkLst>
            <pc:docMk/>
            <pc:sldMk cId="3046166565" sldId="264"/>
            <ac:picMk id="8" creationId="{D9858CAD-0D9D-40A0-9D3E-62B4DBB12200}"/>
          </ac:picMkLst>
        </pc:picChg>
        <pc:picChg chg="add mod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9" creationId="{0F93E400-98EE-4614-988C-55EBC8472353}"/>
          </ac:picMkLst>
        </pc:picChg>
        <pc:picChg chg="add del">
          <ac:chgData name="troy vaughn" userId="eb13a8797f75bf12" providerId="LiveId" clId="{393E96C2-759F-4CC8-B615-D6C18233BE35}" dt="2021-07-09T03:31:30.505" v="2365" actId="26606"/>
          <ac:picMkLst>
            <pc:docMk/>
            <pc:sldMk cId="3046166565" sldId="264"/>
            <ac:picMk id="10" creationId="{59FACE42-44B0-4185-8ED4-9043A78C8600}"/>
          </ac:picMkLst>
        </pc:picChg>
        <pc:picChg chg="add del">
          <ac:chgData name="troy vaughn" userId="eb13a8797f75bf12" providerId="LiveId" clId="{393E96C2-759F-4CC8-B615-D6C18233BE35}" dt="2021-07-09T03:36:49.156" v="2608" actId="26606"/>
          <ac:picMkLst>
            <pc:docMk/>
            <pc:sldMk cId="3046166565" sldId="264"/>
            <ac:picMk id="56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102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147" creationId="{FE6BA9E6-1D9E-4D30-B528-D49FA1342E4E}"/>
          </ac:picMkLst>
        </pc:picChg>
        <pc:picChg chg="add del">
          <ac:chgData name="troy vaughn" userId="eb13a8797f75bf12" providerId="LiveId" clId="{393E96C2-759F-4CC8-B615-D6C18233BE35}" dt="2021-07-09T03:42:03.445" v="2616" actId="26606"/>
          <ac:picMkLst>
            <pc:docMk/>
            <pc:sldMk cId="3046166565" sldId="264"/>
            <ac:picMk id="181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03.445" v="2616" actId="26606"/>
          <ac:picMkLst>
            <pc:docMk/>
            <pc:sldMk cId="3046166565" sldId="264"/>
            <ac:picMk id="226" creationId="{FE6BA9E6-1D9E-4D30-B528-D49FA1342E4E}"/>
          </ac:picMkLst>
        </pc:picChg>
        <pc:picChg chg="add del">
          <ac:chgData name="troy vaughn" userId="eb13a8797f75bf12" providerId="LiveId" clId="{393E96C2-759F-4CC8-B615-D6C18233BE35}" dt="2021-07-09T03:42:13.301" v="2618" actId="26606"/>
          <ac:picMkLst>
            <pc:docMk/>
            <pc:sldMk cId="3046166565" sldId="264"/>
            <ac:picMk id="230" creationId="{AF0552B8-DE8C-40DF-B29F-1728E6A10619}"/>
          </ac:picMkLst>
        </pc:picChg>
        <pc:picChg chg="add del">
          <ac:chgData name="troy vaughn" userId="eb13a8797f75bf12" providerId="LiveId" clId="{393E96C2-759F-4CC8-B615-D6C18233BE35}" dt="2021-07-09T03:42:13.301" v="2618" actId="26606"/>
          <ac:picMkLst>
            <pc:docMk/>
            <pc:sldMk cId="3046166565" sldId="264"/>
            <ac:picMk id="260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13.301" v="2618" actId="26606"/>
          <ac:picMkLst>
            <pc:docMk/>
            <pc:sldMk cId="3046166565" sldId="264"/>
            <ac:picMk id="263" creationId="{4E28A1A9-FB81-4816-AAEA-C3B430946951}"/>
          </ac:picMkLst>
        </pc:picChg>
        <pc:picChg chg="add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266" creationId="{5FF7B57D-FF7B-48B3-9F60-9BCEEECF9E76}"/>
          </ac:picMkLst>
        </pc:picChg>
        <pc:picChg chg="add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269" creationId="{FE6BA9E6-1D9E-4D30-B528-D49FA1342E4E}"/>
          </ac:picMkLst>
        </pc:picChg>
      </pc:sldChg>
      <pc:sldChg chg="new del">
        <pc:chgData name="troy vaughn" userId="eb13a8797f75bf12" providerId="LiveId" clId="{393E96C2-759F-4CC8-B615-D6C18233BE35}" dt="2021-07-09T03:37:41.419" v="2610" actId="47"/>
        <pc:sldMkLst>
          <pc:docMk/>
          <pc:sldMk cId="1026133978" sldId="265"/>
        </pc:sldMkLst>
      </pc:sldChg>
      <pc:sldChg chg="add del">
        <pc:chgData name="troy vaughn" userId="eb13a8797f75bf12" providerId="LiveId" clId="{393E96C2-759F-4CC8-B615-D6C18233BE35}" dt="2021-07-09T03:45:38.288" v="2733" actId="47"/>
        <pc:sldMkLst>
          <pc:docMk/>
          <pc:sldMk cId="2034463979" sldId="265"/>
        </pc:sldMkLst>
      </pc:sldChg>
      <pc:sldChg chg="addSp modSp new mod setBg">
        <pc:chgData name="troy vaughn" userId="eb13a8797f75bf12" providerId="LiveId" clId="{393E96C2-759F-4CC8-B615-D6C18233BE35}" dt="2021-07-09T03:45:05.780" v="2732" actId="1076"/>
        <pc:sldMkLst>
          <pc:docMk/>
          <pc:sldMk cId="892972896" sldId="266"/>
        </pc:sldMkLst>
        <pc:spChg chg="add mod">
          <ac:chgData name="troy vaughn" userId="eb13a8797f75bf12" providerId="LiveId" clId="{393E96C2-759F-4CC8-B615-D6C18233BE35}" dt="2021-07-09T03:45:05.780" v="2732" actId="1076"/>
          <ac:spMkLst>
            <pc:docMk/>
            <pc:sldMk cId="892972896" sldId="266"/>
            <ac:spMk id="2" creationId="{4413F61E-A398-4FA5-BE1B-B669D90D2D9C}"/>
          </ac:spMkLst>
        </pc:spChg>
        <pc:grpChg chg="add">
          <ac:chgData name="troy vaughn" userId="eb13a8797f75bf12" providerId="LiveId" clId="{393E96C2-759F-4CC8-B615-D6C18233BE35}" dt="2021-07-09T03:43:08.778" v="2650" actId="26606"/>
          <ac:grpSpMkLst>
            <pc:docMk/>
            <pc:sldMk cId="892972896" sldId="266"/>
            <ac:grpSpMk id="10" creationId="{A838DBA2-246D-4087-AE0A-6EA2B4B65AF3}"/>
          </ac:grpSpMkLst>
        </pc:grpChg>
        <pc:grpChg chg="add">
          <ac:chgData name="troy vaughn" userId="eb13a8797f75bf12" providerId="LiveId" clId="{393E96C2-759F-4CC8-B615-D6C18233BE35}" dt="2021-07-09T03:43:08.778" v="2650" actId="26606"/>
          <ac:grpSpMkLst>
            <pc:docMk/>
            <pc:sldMk cId="892972896" sldId="266"/>
            <ac:grpSpMk id="51" creationId="{74872A0B-8668-4500-9509-EAA581B26C24}"/>
          </ac:grpSpMkLst>
        </pc:grpChg>
        <pc:grpChg chg="add">
          <ac:chgData name="troy vaughn" userId="eb13a8797f75bf12" providerId="LiveId" clId="{393E96C2-759F-4CC8-B615-D6C18233BE35}" dt="2021-07-09T03:43:08.778" v="2650" actId="26606"/>
          <ac:grpSpMkLst>
            <pc:docMk/>
            <pc:sldMk cId="892972896" sldId="266"/>
            <ac:grpSpMk id="55" creationId="{240590EE-5428-41AA-95B2-96FCC1CE67A7}"/>
          </ac:grpSpMkLst>
        </pc:grpChg>
        <pc:picChg chg="add">
          <ac:chgData name="troy vaughn" userId="eb13a8797f75bf12" providerId="LiveId" clId="{393E96C2-759F-4CC8-B615-D6C18233BE35}" dt="2021-07-09T03:43:08.778" v="2650" actId="26606"/>
          <ac:picMkLst>
            <pc:docMk/>
            <pc:sldMk cId="892972896" sldId="266"/>
            <ac:picMk id="4" creationId="{888C45F1-A990-4316-83E2-EE2735F986D2}"/>
          </ac:picMkLst>
        </pc:picChg>
        <pc:picChg chg="add">
          <ac:chgData name="troy vaughn" userId="eb13a8797f75bf12" providerId="LiveId" clId="{393E96C2-759F-4CC8-B615-D6C18233BE35}" dt="2021-07-09T03:43:08.778" v="2650" actId="26606"/>
          <ac:picMkLst>
            <pc:docMk/>
            <pc:sldMk cId="892972896" sldId="266"/>
            <ac:picMk id="8" creationId="{59FACE42-44B0-4185-8ED4-9043A78C8600}"/>
          </ac:picMkLst>
        </pc:picChg>
      </pc:sldChg>
      <pc:sldChg chg="addSp modSp add mod">
        <pc:chgData name="troy vaughn" userId="eb13a8797f75bf12" providerId="LiveId" clId="{393E96C2-759F-4CC8-B615-D6C18233BE35}" dt="2021-07-09T04:10:39.369" v="4248" actId="20577"/>
        <pc:sldMkLst>
          <pc:docMk/>
          <pc:sldMk cId="2622247065" sldId="267"/>
        </pc:sldMkLst>
        <pc:spChg chg="mod">
          <ac:chgData name="troy vaughn" userId="eb13a8797f75bf12" providerId="LiveId" clId="{393E96C2-759F-4CC8-B615-D6C18233BE35}" dt="2021-07-09T03:50:27.620" v="3117" actId="20577"/>
          <ac:spMkLst>
            <pc:docMk/>
            <pc:sldMk cId="2622247065" sldId="267"/>
            <ac:spMk id="2" creationId="{9E49A82A-22A8-418D-8324-0A7A41991313}"/>
          </ac:spMkLst>
        </pc:spChg>
        <pc:spChg chg="add mod">
          <ac:chgData name="troy vaughn" userId="eb13a8797f75bf12" providerId="LiveId" clId="{393E96C2-759F-4CC8-B615-D6C18233BE35}" dt="2021-07-09T03:54:46.237" v="3346" actId="208"/>
          <ac:spMkLst>
            <pc:docMk/>
            <pc:sldMk cId="2622247065" sldId="267"/>
            <ac:spMk id="3" creationId="{846B4E19-E126-4E40-BBA3-89BC02FF3E50}"/>
          </ac:spMkLst>
        </pc:spChg>
        <pc:spChg chg="mod">
          <ac:chgData name="troy vaughn" userId="eb13a8797f75bf12" providerId="LiveId" clId="{393E96C2-759F-4CC8-B615-D6C18233BE35}" dt="2021-07-09T04:10:39.369" v="4248" actId="20577"/>
          <ac:spMkLst>
            <pc:docMk/>
            <pc:sldMk cId="2622247065" sldId="267"/>
            <ac:spMk id="4" creationId="{593303F6-3F66-4F5D-9594-EBF8082BC1C2}"/>
          </ac:spMkLst>
        </pc:spChg>
        <pc:spChg chg="add mod">
          <ac:chgData name="troy vaughn" userId="eb13a8797f75bf12" providerId="LiveId" clId="{393E96C2-759F-4CC8-B615-D6C18233BE35}" dt="2021-07-09T03:55:04.141" v="3349" actId="14100"/>
          <ac:spMkLst>
            <pc:docMk/>
            <pc:sldMk cId="2622247065" sldId="267"/>
            <ac:spMk id="77" creationId="{B5A73142-55C3-431A-AC90-D3E8F5A77A40}"/>
          </ac:spMkLst>
        </pc:spChg>
      </pc:sldChg>
      <pc:sldChg chg="addSp modSp add mod">
        <pc:chgData name="troy vaughn" userId="eb13a8797f75bf12" providerId="LiveId" clId="{393E96C2-759F-4CC8-B615-D6C18233BE35}" dt="2021-07-09T04:06:05.016" v="4234" actId="20577"/>
        <pc:sldMkLst>
          <pc:docMk/>
          <pc:sldMk cId="2883413531" sldId="268"/>
        </pc:sldMkLst>
        <pc:spChg chg="mod">
          <ac:chgData name="troy vaughn" userId="eb13a8797f75bf12" providerId="LiveId" clId="{393E96C2-759F-4CC8-B615-D6C18233BE35}" dt="2021-07-09T03:56:20.102" v="3362" actId="20577"/>
          <ac:spMkLst>
            <pc:docMk/>
            <pc:sldMk cId="2883413531" sldId="268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06:05.016" v="4234" actId="20577"/>
          <ac:spMkLst>
            <pc:docMk/>
            <pc:sldMk cId="2883413531" sldId="268"/>
            <ac:spMk id="4" creationId="{593303F6-3F66-4F5D-9594-EBF8082BC1C2}"/>
          </ac:spMkLst>
        </pc:spChg>
        <pc:spChg chg="add mod">
          <ac:chgData name="troy vaughn" userId="eb13a8797f75bf12" providerId="LiveId" clId="{393E96C2-759F-4CC8-B615-D6C18233BE35}" dt="2021-07-09T03:58:38.750" v="3598" actId="14100"/>
          <ac:spMkLst>
            <pc:docMk/>
            <pc:sldMk cId="2883413531" sldId="268"/>
            <ac:spMk id="76" creationId="{A72AE249-7F55-4A76-8665-88381C8F8AB7}"/>
          </ac:spMkLst>
        </pc:spChg>
      </pc:sldChg>
      <pc:sldChg chg="addSp modSp add mod ord">
        <pc:chgData name="troy vaughn" userId="eb13a8797f75bf12" providerId="LiveId" clId="{393E96C2-759F-4CC8-B615-D6C18233BE35}" dt="2021-07-09T04:04:39.795" v="4199" actId="313"/>
        <pc:sldMkLst>
          <pc:docMk/>
          <pc:sldMk cId="979206737" sldId="269"/>
        </pc:sldMkLst>
        <pc:spChg chg="mod">
          <ac:chgData name="troy vaughn" userId="eb13a8797f75bf12" providerId="LiveId" clId="{393E96C2-759F-4CC8-B615-D6C18233BE35}" dt="2021-07-09T04:01:02.121" v="3814" actId="20577"/>
          <ac:spMkLst>
            <pc:docMk/>
            <pc:sldMk cId="979206737" sldId="269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04:39.795" v="4199" actId="313"/>
          <ac:spMkLst>
            <pc:docMk/>
            <pc:sldMk cId="979206737" sldId="269"/>
            <ac:spMk id="4" creationId="{593303F6-3F66-4F5D-9594-EBF8082BC1C2}"/>
          </ac:spMkLst>
        </pc:spChg>
        <pc:spChg chg="add mod">
          <ac:chgData name="troy vaughn" userId="eb13a8797f75bf12" providerId="LiveId" clId="{393E96C2-759F-4CC8-B615-D6C18233BE35}" dt="2021-07-09T04:03:36.173" v="4065" actId="14100"/>
          <ac:spMkLst>
            <pc:docMk/>
            <pc:sldMk cId="979206737" sldId="269"/>
            <ac:spMk id="76" creationId="{307622CE-5619-4B90-B0E0-86B97F7F4D90}"/>
          </ac:spMkLst>
        </pc:spChg>
      </pc:sldChg>
      <pc:sldChg chg="delSp modSp add mod">
        <pc:chgData name="troy vaughn" userId="eb13a8797f75bf12" providerId="LiveId" clId="{393E96C2-759F-4CC8-B615-D6C18233BE35}" dt="2021-07-09T04:15:09.663" v="4804" actId="20577"/>
        <pc:sldMkLst>
          <pc:docMk/>
          <pc:sldMk cId="3207547167" sldId="270"/>
        </pc:sldMkLst>
        <pc:spChg chg="mod">
          <ac:chgData name="troy vaughn" userId="eb13a8797f75bf12" providerId="LiveId" clId="{393E96C2-759F-4CC8-B615-D6C18233BE35}" dt="2021-07-09T04:10:15.871" v="4247" actId="20577"/>
          <ac:spMkLst>
            <pc:docMk/>
            <pc:sldMk cId="3207547167" sldId="270"/>
            <ac:spMk id="2" creationId="{9E49A82A-22A8-418D-8324-0A7A41991313}"/>
          </ac:spMkLst>
        </pc:spChg>
        <pc:spChg chg="del">
          <ac:chgData name="troy vaughn" userId="eb13a8797f75bf12" providerId="LiveId" clId="{393E96C2-759F-4CC8-B615-D6C18233BE35}" dt="2021-07-09T04:09:03.354" v="4236" actId="478"/>
          <ac:spMkLst>
            <pc:docMk/>
            <pc:sldMk cId="3207547167" sldId="270"/>
            <ac:spMk id="3" creationId="{846B4E19-E126-4E40-BBA3-89BC02FF3E50}"/>
          </ac:spMkLst>
        </pc:spChg>
        <pc:spChg chg="mod">
          <ac:chgData name="troy vaughn" userId="eb13a8797f75bf12" providerId="LiveId" clId="{393E96C2-759F-4CC8-B615-D6C18233BE35}" dt="2021-07-09T04:15:09.663" v="4804" actId="20577"/>
          <ac:spMkLst>
            <pc:docMk/>
            <pc:sldMk cId="3207547167" sldId="270"/>
            <ac:spMk id="4" creationId="{593303F6-3F66-4F5D-9594-EBF8082BC1C2}"/>
          </ac:spMkLst>
        </pc:spChg>
        <pc:spChg chg="mod">
          <ac:chgData name="troy vaughn" userId="eb13a8797f75bf12" providerId="LiveId" clId="{393E96C2-759F-4CC8-B615-D6C18233BE35}" dt="2021-07-09T04:09:08.934" v="4237" actId="14100"/>
          <ac:spMkLst>
            <pc:docMk/>
            <pc:sldMk cId="3207547167" sldId="270"/>
            <ac:spMk id="77" creationId="{B5A73142-55C3-431A-AC90-D3E8F5A77A40}"/>
          </ac:spMkLst>
        </pc:spChg>
      </pc:sldChg>
      <pc:sldChg chg="addSp modSp add mod">
        <pc:chgData name="troy vaughn" userId="eb13a8797f75bf12" providerId="LiveId" clId="{393E96C2-759F-4CC8-B615-D6C18233BE35}" dt="2021-07-09T04:21:06.276" v="5319" actId="20577"/>
        <pc:sldMkLst>
          <pc:docMk/>
          <pc:sldMk cId="1051945240" sldId="271"/>
        </pc:sldMkLst>
        <pc:spChg chg="mod">
          <ac:chgData name="troy vaughn" userId="eb13a8797f75bf12" providerId="LiveId" clId="{393E96C2-759F-4CC8-B615-D6C18233BE35}" dt="2021-07-09T04:17:22.732" v="4830" actId="20577"/>
          <ac:spMkLst>
            <pc:docMk/>
            <pc:sldMk cId="1051945240" sldId="271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21:06.276" v="5319" actId="20577"/>
          <ac:spMkLst>
            <pc:docMk/>
            <pc:sldMk cId="1051945240" sldId="271"/>
            <ac:spMk id="4" creationId="{593303F6-3F66-4F5D-9594-EBF8082BC1C2}"/>
          </ac:spMkLst>
        </pc:spChg>
        <pc:spChg chg="mod">
          <ac:chgData name="troy vaughn" userId="eb13a8797f75bf12" providerId="LiveId" clId="{393E96C2-759F-4CC8-B615-D6C18233BE35}" dt="2021-07-09T04:16:43.894" v="4807" actId="1076"/>
          <ac:spMkLst>
            <pc:docMk/>
            <pc:sldMk cId="1051945240" sldId="271"/>
            <ac:spMk id="77" creationId="{B5A73142-55C3-431A-AC90-D3E8F5A77A40}"/>
          </ac:spMkLst>
        </pc:spChg>
        <pc:spChg chg="add mod">
          <ac:chgData name="troy vaughn" userId="eb13a8797f75bf12" providerId="LiveId" clId="{393E96C2-759F-4CC8-B615-D6C18233BE35}" dt="2021-07-09T04:16:53.285" v="4809" actId="1076"/>
          <ac:spMkLst>
            <pc:docMk/>
            <pc:sldMk cId="1051945240" sldId="271"/>
            <ac:spMk id="78" creationId="{1B91803C-F751-4B21-9D39-EB33E2BCA737}"/>
          </ac:spMkLst>
        </pc:spChg>
        <pc:spChg chg="add mod">
          <ac:chgData name="troy vaughn" userId="eb13a8797f75bf12" providerId="LiveId" clId="{393E96C2-759F-4CC8-B615-D6C18233BE35}" dt="2021-07-09T04:16:58.038" v="4811" actId="1076"/>
          <ac:spMkLst>
            <pc:docMk/>
            <pc:sldMk cId="1051945240" sldId="271"/>
            <ac:spMk id="79" creationId="{DA35DA59-E571-4ABE-9FB5-E1C80A40E862}"/>
          </ac:spMkLst>
        </pc:spChg>
        <pc:spChg chg="add mod">
          <ac:chgData name="troy vaughn" userId="eb13a8797f75bf12" providerId="LiveId" clId="{393E96C2-759F-4CC8-B615-D6C18233BE35}" dt="2021-07-09T04:17:06.975" v="4813" actId="1076"/>
          <ac:spMkLst>
            <pc:docMk/>
            <pc:sldMk cId="1051945240" sldId="271"/>
            <ac:spMk id="80" creationId="{6B633092-FB87-4106-8F92-F6D8D5479612}"/>
          </ac:spMkLst>
        </pc:spChg>
        <pc:spChg chg="add mod">
          <ac:chgData name="troy vaughn" userId="eb13a8797f75bf12" providerId="LiveId" clId="{393E96C2-759F-4CC8-B615-D6C18233BE35}" dt="2021-07-09T04:17:11.710" v="4815" actId="1076"/>
          <ac:spMkLst>
            <pc:docMk/>
            <pc:sldMk cId="1051945240" sldId="271"/>
            <ac:spMk id="81" creationId="{FD90C5B1-99C2-4477-8AA4-51B7943328AC}"/>
          </ac:spMkLst>
        </pc:spChg>
        <pc:spChg chg="add mod">
          <ac:chgData name="troy vaughn" userId="eb13a8797f75bf12" providerId="LiveId" clId="{393E96C2-759F-4CC8-B615-D6C18233BE35}" dt="2021-07-09T04:17:15.950" v="4817" actId="1076"/>
          <ac:spMkLst>
            <pc:docMk/>
            <pc:sldMk cId="1051945240" sldId="271"/>
            <ac:spMk id="82" creationId="{1DF14D4D-06C2-4BA7-95AC-643705AE5330}"/>
          </ac:spMkLst>
        </pc:spChg>
      </pc:sldChg>
      <pc:sldChg chg="addSp delSp modSp add mod">
        <pc:chgData name="troy vaughn" userId="eb13a8797f75bf12" providerId="LiveId" clId="{393E96C2-759F-4CC8-B615-D6C18233BE35}" dt="2021-07-09T04:26:55.676" v="5781" actId="20577"/>
        <pc:sldMkLst>
          <pc:docMk/>
          <pc:sldMk cId="2356276708" sldId="272"/>
        </pc:sldMkLst>
        <pc:spChg chg="mod">
          <ac:chgData name="troy vaughn" userId="eb13a8797f75bf12" providerId="LiveId" clId="{393E96C2-759F-4CC8-B615-D6C18233BE35}" dt="2021-07-09T04:22:40.236" v="5343" actId="20577"/>
          <ac:spMkLst>
            <pc:docMk/>
            <pc:sldMk cId="2356276708" sldId="272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26:55.676" v="5781" actId="20577"/>
          <ac:spMkLst>
            <pc:docMk/>
            <pc:sldMk cId="2356276708" sldId="272"/>
            <ac:spMk id="4" creationId="{593303F6-3F66-4F5D-9594-EBF8082BC1C2}"/>
          </ac:spMkLst>
        </pc:spChg>
        <pc:spChg chg="mod">
          <ac:chgData name="troy vaughn" userId="eb13a8797f75bf12" providerId="LiveId" clId="{393E96C2-759F-4CC8-B615-D6C18233BE35}" dt="2021-07-09T04:23:01.326" v="5346" actId="14100"/>
          <ac:spMkLst>
            <pc:docMk/>
            <pc:sldMk cId="2356276708" sldId="272"/>
            <ac:spMk id="77" creationId="{B5A73142-55C3-431A-AC90-D3E8F5A77A40}"/>
          </ac:spMkLst>
        </pc:spChg>
        <pc:spChg chg="del">
          <ac:chgData name="troy vaughn" userId="eb13a8797f75bf12" providerId="LiveId" clId="{393E96C2-759F-4CC8-B615-D6C18233BE35}" dt="2021-07-09T04:23:03.486" v="5347" actId="478"/>
          <ac:spMkLst>
            <pc:docMk/>
            <pc:sldMk cId="2356276708" sldId="272"/>
            <ac:spMk id="78" creationId="{1B91803C-F751-4B21-9D39-EB33E2BCA737}"/>
          </ac:spMkLst>
        </pc:spChg>
        <pc:spChg chg="del">
          <ac:chgData name="troy vaughn" userId="eb13a8797f75bf12" providerId="LiveId" clId="{393E96C2-759F-4CC8-B615-D6C18233BE35}" dt="2021-07-09T04:23:04.973" v="5348" actId="478"/>
          <ac:spMkLst>
            <pc:docMk/>
            <pc:sldMk cId="2356276708" sldId="272"/>
            <ac:spMk id="79" creationId="{DA35DA59-E571-4ABE-9FB5-E1C80A40E862}"/>
          </ac:spMkLst>
        </pc:spChg>
        <pc:spChg chg="del">
          <ac:chgData name="troy vaughn" userId="eb13a8797f75bf12" providerId="LiveId" clId="{393E96C2-759F-4CC8-B615-D6C18233BE35}" dt="2021-07-09T04:23:11.490" v="5352" actId="478"/>
          <ac:spMkLst>
            <pc:docMk/>
            <pc:sldMk cId="2356276708" sldId="272"/>
            <ac:spMk id="80" creationId="{6B633092-FB87-4106-8F92-F6D8D5479612}"/>
          </ac:spMkLst>
        </pc:spChg>
        <pc:spChg chg="del">
          <ac:chgData name="troy vaughn" userId="eb13a8797f75bf12" providerId="LiveId" clId="{393E96C2-759F-4CC8-B615-D6C18233BE35}" dt="2021-07-09T04:23:13.221" v="5353" actId="478"/>
          <ac:spMkLst>
            <pc:docMk/>
            <pc:sldMk cId="2356276708" sldId="272"/>
            <ac:spMk id="81" creationId="{FD90C5B1-99C2-4477-8AA4-51B7943328AC}"/>
          </ac:spMkLst>
        </pc:spChg>
        <pc:spChg chg="del">
          <ac:chgData name="troy vaughn" userId="eb13a8797f75bf12" providerId="LiveId" clId="{393E96C2-759F-4CC8-B615-D6C18233BE35}" dt="2021-07-09T04:23:06.400" v="5349" actId="478"/>
          <ac:spMkLst>
            <pc:docMk/>
            <pc:sldMk cId="2356276708" sldId="272"/>
            <ac:spMk id="82" creationId="{1DF14D4D-06C2-4BA7-95AC-643705AE5330}"/>
          </ac:spMkLst>
        </pc:spChg>
        <pc:picChg chg="add del">
          <ac:chgData name="troy vaughn" userId="eb13a8797f75bf12" providerId="LiveId" clId="{393E96C2-759F-4CC8-B615-D6C18233BE35}" dt="2021-07-09T04:23:09.585" v="5351" actId="478"/>
          <ac:picMkLst>
            <pc:docMk/>
            <pc:sldMk cId="2356276708" sldId="272"/>
            <ac:picMk id="9" creationId="{0F93E400-98EE-4614-988C-55EBC8472353}"/>
          </ac:picMkLst>
        </pc:picChg>
      </pc:sldChg>
      <pc:sldChg chg="addSp delSp modSp new mod setBg">
        <pc:chgData name="troy vaughn" userId="eb13a8797f75bf12" providerId="LiveId" clId="{393E96C2-759F-4CC8-B615-D6C18233BE35}" dt="2021-07-09T04:39:03.482" v="6560" actId="20577"/>
        <pc:sldMkLst>
          <pc:docMk/>
          <pc:sldMk cId="2005735050" sldId="273"/>
        </pc:sldMkLst>
        <pc:spChg chg="mod">
          <ac:chgData name="troy vaughn" userId="eb13a8797f75bf12" providerId="LiveId" clId="{393E96C2-759F-4CC8-B615-D6C18233BE35}" dt="2021-07-09T04:38:05.567" v="6432" actId="20577"/>
          <ac:spMkLst>
            <pc:docMk/>
            <pc:sldMk cId="2005735050" sldId="273"/>
            <ac:spMk id="2" creationId="{3EBDD649-FB30-4D20-A4AC-8E4554C45814}"/>
          </ac:spMkLst>
        </pc:spChg>
        <pc:spChg chg="del">
          <ac:chgData name="troy vaughn" userId="eb13a8797f75bf12" providerId="LiveId" clId="{393E96C2-759F-4CC8-B615-D6C18233BE35}" dt="2021-07-09T04:30:23.238" v="5797"/>
          <ac:spMkLst>
            <pc:docMk/>
            <pc:sldMk cId="2005735050" sldId="273"/>
            <ac:spMk id="3" creationId="{3B8716CA-3CEF-4A3C-8897-AD5F93311C48}"/>
          </ac:spMkLst>
        </pc:spChg>
        <pc:spChg chg="add del mod">
          <ac:chgData name="troy vaughn" userId="eb13a8797f75bf12" providerId="LiveId" clId="{393E96C2-759F-4CC8-B615-D6C18233BE35}" dt="2021-07-09T04:33:36.405" v="5927" actId="26606"/>
          <ac:spMkLst>
            <pc:docMk/>
            <pc:sldMk cId="2005735050" sldId="273"/>
            <ac:spMk id="5" creationId="{47E509E7-0B39-4F1F-9464-5B0E179F5659}"/>
          </ac:spMkLst>
        </pc:spChg>
        <pc:spChg chg="add mod">
          <ac:chgData name="troy vaughn" userId="eb13a8797f75bf12" providerId="LiveId" clId="{393E96C2-759F-4CC8-B615-D6C18233BE35}" dt="2021-07-09T04:39:03.482" v="6560" actId="20577"/>
          <ac:spMkLst>
            <pc:docMk/>
            <pc:sldMk cId="2005735050" sldId="273"/>
            <ac:spMk id="7" creationId="{EC2B5E97-5806-4E39-9715-D3A62EF61B9E}"/>
          </ac:spMkLst>
        </pc:spChg>
        <pc:spChg chg="add del">
          <ac:chgData name="troy vaughn" userId="eb13a8797f75bf12" providerId="LiveId" clId="{393E96C2-759F-4CC8-B615-D6C18233BE35}" dt="2021-07-09T04:31:12.958" v="5801" actId="26606"/>
          <ac:spMkLst>
            <pc:docMk/>
            <pc:sldMk cId="2005735050" sldId="273"/>
            <ac:spMk id="8" creationId="{9752F763-3AFC-4EDC-B9FB-04086F2A4A96}"/>
          </ac:spMkLst>
        </pc:spChg>
        <pc:spChg chg="add">
          <ac:chgData name="troy vaughn" userId="eb13a8797f75bf12" providerId="LiveId" clId="{393E96C2-759F-4CC8-B615-D6C18233BE35}" dt="2021-07-09T04:33:36.405" v="5927" actId="26606"/>
          <ac:spMkLst>
            <pc:docMk/>
            <pc:sldMk cId="2005735050" sldId="273"/>
            <ac:spMk id="14" creationId="{C2E4E997-8672-4FFD-B8EC-9932A8E4714B}"/>
          </ac:spMkLst>
        </pc:spChg>
        <pc:grpChg chg="add">
          <ac:chgData name="troy vaughn" userId="eb13a8797f75bf12" providerId="LiveId" clId="{393E96C2-759F-4CC8-B615-D6C18233BE35}" dt="2021-07-09T04:33:36.405" v="5927" actId="26606"/>
          <ac:grpSpMkLst>
            <pc:docMk/>
            <pc:sldMk cId="2005735050" sldId="273"/>
            <ac:grpSpMk id="18" creationId="{453E4DEE-E996-40F8-8635-0FF43D7348F9}"/>
          </ac:grpSpMkLst>
        </pc:grpChg>
        <pc:picChg chg="add del mod ord">
          <ac:chgData name="troy vaughn" userId="eb13a8797f75bf12" providerId="LiveId" clId="{393E96C2-759F-4CC8-B615-D6C18233BE35}" dt="2021-07-09T04:33:31.389" v="5925" actId="478"/>
          <ac:picMkLst>
            <pc:docMk/>
            <pc:sldMk cId="2005735050" sldId="273"/>
            <ac:picMk id="4" creationId="{CB24E760-B22F-48B8-B61A-5424CFAB082B}"/>
          </ac:picMkLst>
        </pc:picChg>
        <pc:picChg chg="add mod">
          <ac:chgData name="troy vaughn" userId="eb13a8797f75bf12" providerId="LiveId" clId="{393E96C2-759F-4CC8-B615-D6C18233BE35}" dt="2021-07-09T04:33:36.405" v="5927" actId="26606"/>
          <ac:picMkLst>
            <pc:docMk/>
            <pc:sldMk cId="2005735050" sldId="273"/>
            <ac:picMk id="9" creationId="{324E768F-C16E-42D2-BBF7-7CE0B4F8B150}"/>
          </ac:picMkLst>
        </pc:picChg>
        <pc:picChg chg="add">
          <ac:chgData name="troy vaughn" userId="eb13a8797f75bf12" providerId="LiveId" clId="{393E96C2-759F-4CC8-B615-D6C18233BE35}" dt="2021-07-09T04:33:36.405" v="5927" actId="26606"/>
          <ac:picMkLst>
            <pc:docMk/>
            <pc:sldMk cId="2005735050" sldId="273"/>
            <ac:picMk id="16" creationId="{FE6BA9E6-1D9E-4D30-B528-D49FA1342E4E}"/>
          </ac:picMkLst>
        </pc:picChg>
      </pc:sldChg>
      <pc:sldChg chg="addSp delSp modSp new mod setBg setClrOvrMap">
        <pc:chgData name="troy vaughn" userId="eb13a8797f75bf12" providerId="LiveId" clId="{393E96C2-759F-4CC8-B615-D6C18233BE35}" dt="2021-07-09T04:46:23.247" v="6701" actId="14100"/>
        <pc:sldMkLst>
          <pc:docMk/>
          <pc:sldMk cId="642303730" sldId="274"/>
        </pc:sldMkLst>
        <pc:spChg chg="mo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2" creationId="{237C7846-C389-430D-A8E5-BB2F3ACAB603}"/>
          </ac:spMkLst>
        </pc:spChg>
        <pc:spChg chg="add del mo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3" creationId="{9AFB6E28-1BEC-424B-8269-25C7BCC80E65}"/>
          </ac:spMkLst>
        </pc:spChg>
        <pc:spChg chg="ad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8" creationId="{6BFC9644-673A-459F-B3C5-9310A4E50E3B}"/>
          </ac:spMkLst>
        </pc:spChg>
        <pc:spChg chg="add del">
          <ac:chgData name="troy vaughn" userId="eb13a8797f75bf12" providerId="LiveId" clId="{393E96C2-759F-4CC8-B615-D6C18233BE35}" dt="2021-07-09T04:44:27.513" v="6671" actId="26606"/>
          <ac:spMkLst>
            <pc:docMk/>
            <pc:sldMk cId="642303730" sldId="274"/>
            <ac:spMk id="9" creationId="{54B9C16B-AC4A-44ED-9075-F76549B46E7C}"/>
          </ac:spMkLst>
        </pc:spChg>
        <pc:spChg chg="ad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39" creationId="{7D1C411D-0818-4640-8657-2AF78250C802}"/>
          </ac:spMkLst>
        </pc:spChg>
        <pc:spChg chg="add del">
          <ac:chgData name="troy vaughn" userId="eb13a8797f75bf12" providerId="LiveId" clId="{393E96C2-759F-4CC8-B615-D6C18233BE35}" dt="2021-07-09T04:44:27.513" v="6671" actId="26606"/>
          <ac:spMkLst>
            <pc:docMk/>
            <pc:sldMk cId="642303730" sldId="274"/>
            <ac:spMk id="42" creationId="{B53044DC-4918-43DA-B49D-91673C6C9485}"/>
          </ac:spMkLst>
        </pc:spChg>
        <pc:spChg chg="add mod">
          <ac:chgData name="troy vaughn" userId="eb13a8797f75bf12" providerId="LiveId" clId="{393E96C2-759F-4CC8-B615-D6C18233BE35}" dt="2021-07-09T04:46:23.247" v="6701" actId="14100"/>
          <ac:spMkLst>
            <pc:docMk/>
            <pc:sldMk cId="642303730" sldId="274"/>
            <ac:spMk id="76" creationId="{9AFB6E28-1BEC-424B-8269-25C7BCC80E65}"/>
          </ac:spMkLst>
        </pc:spChg>
        <pc:grpChg chg="add">
          <ac:chgData name="troy vaughn" userId="eb13a8797f75bf12" providerId="LiveId" clId="{393E96C2-759F-4CC8-B615-D6C18233BE35}" dt="2021-07-09T04:44:27.529" v="6672" actId="26606"/>
          <ac:grpSpMkLst>
            <pc:docMk/>
            <pc:sldMk cId="642303730" sldId="274"/>
            <ac:grpSpMk id="10" creationId="{4ADB9295-9645-4BF2-ADFD-75800B7FAD06}"/>
          </ac:grpSpMkLst>
        </pc:grpChg>
        <pc:grpChg chg="add del">
          <ac:chgData name="troy vaughn" userId="eb13a8797f75bf12" providerId="LiveId" clId="{393E96C2-759F-4CC8-B615-D6C18233BE35}" dt="2021-07-09T04:44:27.513" v="6671" actId="26606"/>
          <ac:grpSpMkLst>
            <pc:docMk/>
            <pc:sldMk cId="642303730" sldId="274"/>
            <ac:grpSpMk id="11" creationId="{62A2FEB6-F419-4684-9ABC-9E32E012E8B7}"/>
          </ac:grpSpMkLst>
        </pc:grpChg>
        <pc:grpChg chg="add del">
          <ac:chgData name="troy vaughn" userId="eb13a8797f75bf12" providerId="LiveId" clId="{393E96C2-759F-4CC8-B615-D6C18233BE35}" dt="2021-07-09T04:44:27.513" v="6671" actId="26606"/>
          <ac:grpSpMkLst>
            <pc:docMk/>
            <pc:sldMk cId="642303730" sldId="274"/>
            <ac:grpSpMk id="44" creationId="{1DCE6B36-1420-43AB-86CF-4E653A517B9C}"/>
          </ac:grpSpMkLst>
        </pc:grpChg>
        <pc:graphicFrameChg chg="add del">
          <ac:chgData name="troy vaughn" userId="eb13a8797f75bf12" providerId="LiveId" clId="{393E96C2-759F-4CC8-B615-D6C18233BE35}" dt="2021-07-09T04:44:02.883" v="6669" actId="26606"/>
          <ac:graphicFrameMkLst>
            <pc:docMk/>
            <pc:sldMk cId="642303730" sldId="274"/>
            <ac:graphicFrameMk id="5" creationId="{F7D149DA-825F-4F6F-A5B4-B6404AC2AA7F}"/>
          </ac:graphicFrameMkLst>
        </pc:graphicFrameChg>
        <pc:graphicFrameChg chg="add del">
          <ac:chgData name="troy vaughn" userId="eb13a8797f75bf12" providerId="LiveId" clId="{393E96C2-759F-4CC8-B615-D6C18233BE35}" dt="2021-07-09T04:44:27.513" v="6671" actId="26606"/>
          <ac:graphicFrameMkLst>
            <pc:docMk/>
            <pc:sldMk cId="642303730" sldId="274"/>
            <ac:graphicFrameMk id="7" creationId="{4B732035-FE2E-4F10-958F-D2E70BCB40E9}"/>
          </ac:graphicFrameMkLst>
        </pc:graphicFrameChg>
        <pc:picChg chg="add del">
          <ac:chgData name="troy vaughn" userId="eb13a8797f75bf12" providerId="LiveId" clId="{393E96C2-759F-4CC8-B615-D6C18233BE35}" dt="2021-07-09T04:44:27.513" v="6671" actId="26606"/>
          <ac:picMkLst>
            <pc:docMk/>
            <pc:sldMk cId="642303730" sldId="274"/>
            <ac:picMk id="40" creationId="{3E94A106-9341-485C-9057-9D62B2BD083F}"/>
          </ac:picMkLst>
        </pc:picChg>
        <pc:picChg chg="add del">
          <ac:chgData name="troy vaughn" userId="eb13a8797f75bf12" providerId="LiveId" clId="{393E96C2-759F-4CC8-B615-D6C18233BE35}" dt="2021-07-09T04:44:27.513" v="6671" actId="26606"/>
          <ac:picMkLst>
            <pc:docMk/>
            <pc:sldMk cId="642303730" sldId="274"/>
            <ac:picMk id="73" creationId="{9BE36DBF-0333-4D36-A5BF-81FDA2406FE9}"/>
          </ac:picMkLst>
        </pc:picChg>
      </pc:sldChg>
      <pc:sldChg chg="modSp add mod">
        <pc:chgData name="troy vaughn" userId="eb13a8797f75bf12" providerId="LiveId" clId="{393E96C2-759F-4CC8-B615-D6C18233BE35}" dt="2021-07-09T05:03:05.083" v="7448" actId="20577"/>
        <pc:sldMkLst>
          <pc:docMk/>
          <pc:sldMk cId="2712687642" sldId="275"/>
        </pc:sldMkLst>
        <pc:spChg chg="mod">
          <ac:chgData name="troy vaughn" userId="eb13a8797f75bf12" providerId="LiveId" clId="{393E96C2-759F-4CC8-B615-D6C18233BE35}" dt="2021-07-09T05:02:58.808" v="7446" actId="20577"/>
          <ac:spMkLst>
            <pc:docMk/>
            <pc:sldMk cId="2712687642" sldId="275"/>
            <ac:spMk id="2" creationId="{3EBDD649-FB30-4D20-A4AC-8E4554C45814}"/>
          </ac:spMkLst>
        </pc:spChg>
        <pc:spChg chg="mod">
          <ac:chgData name="troy vaughn" userId="eb13a8797f75bf12" providerId="LiveId" clId="{393E96C2-759F-4CC8-B615-D6C18233BE35}" dt="2021-07-09T05:03:05.083" v="7448" actId="20577"/>
          <ac:spMkLst>
            <pc:docMk/>
            <pc:sldMk cId="2712687642" sldId="275"/>
            <ac:spMk id="7" creationId="{EC2B5E97-5806-4E39-9715-D3A62EF61B9E}"/>
          </ac:spMkLst>
        </pc:spChg>
      </pc:sldChg>
      <pc:sldChg chg="modSp add mod">
        <pc:chgData name="troy vaughn" userId="eb13a8797f75bf12" providerId="LiveId" clId="{393E96C2-759F-4CC8-B615-D6C18233BE35}" dt="2021-07-09T04:55:25.814" v="7372" actId="20577"/>
        <pc:sldMkLst>
          <pc:docMk/>
          <pc:sldMk cId="1925530886" sldId="276"/>
        </pc:sldMkLst>
        <pc:spChg chg="mod">
          <ac:chgData name="troy vaughn" userId="eb13a8797f75bf12" providerId="LiveId" clId="{393E96C2-759F-4CC8-B615-D6C18233BE35}" dt="2021-07-09T04:52:21.401" v="7119" actId="20577"/>
          <ac:spMkLst>
            <pc:docMk/>
            <pc:sldMk cId="1925530886" sldId="276"/>
            <ac:spMk id="2" creationId="{3EBDD649-FB30-4D20-A4AC-8E4554C45814}"/>
          </ac:spMkLst>
        </pc:spChg>
        <pc:spChg chg="mod">
          <ac:chgData name="troy vaughn" userId="eb13a8797f75bf12" providerId="LiveId" clId="{393E96C2-759F-4CC8-B615-D6C18233BE35}" dt="2021-07-09T04:55:25.814" v="7372" actId="20577"/>
          <ac:spMkLst>
            <pc:docMk/>
            <pc:sldMk cId="1925530886" sldId="276"/>
            <ac:spMk id="7" creationId="{EC2B5E97-5806-4E39-9715-D3A62EF61B9E}"/>
          </ac:spMkLst>
        </pc:spChg>
      </pc:sldChg>
      <pc:sldChg chg="modSp new mod">
        <pc:chgData name="troy vaughn" userId="eb13a8797f75bf12" providerId="LiveId" clId="{393E96C2-759F-4CC8-B615-D6C18233BE35}" dt="2021-07-09T05:06:33.545" v="7623" actId="20577"/>
        <pc:sldMkLst>
          <pc:docMk/>
          <pc:sldMk cId="2216291486" sldId="277"/>
        </pc:sldMkLst>
        <pc:spChg chg="mod">
          <ac:chgData name="troy vaughn" userId="eb13a8797f75bf12" providerId="LiveId" clId="{393E96C2-759F-4CC8-B615-D6C18233BE35}" dt="2021-07-09T05:02:09.183" v="7401" actId="20577"/>
          <ac:spMkLst>
            <pc:docMk/>
            <pc:sldMk cId="2216291486" sldId="277"/>
            <ac:spMk id="2" creationId="{467762F2-27D3-42A9-8AB9-E3DF73832174}"/>
          </ac:spMkLst>
        </pc:spChg>
        <pc:spChg chg="mod">
          <ac:chgData name="troy vaughn" userId="eb13a8797f75bf12" providerId="LiveId" clId="{393E96C2-759F-4CC8-B615-D6C18233BE35}" dt="2021-07-09T05:06:33.545" v="7623" actId="20577"/>
          <ac:spMkLst>
            <pc:docMk/>
            <pc:sldMk cId="2216291486" sldId="277"/>
            <ac:spMk id="3" creationId="{D863A8B6-E3B2-418C-9982-CC5D1F0E8764}"/>
          </ac:spMkLst>
        </pc:spChg>
      </pc:sldChg>
    </pc:docChg>
  </pc:docChgLst>
  <pc:docChgLst>
    <pc:chgData name="troy vaughn" userId="eb13a8797f75bf12" providerId="LiveId" clId="{219C8003-241B-4231-8B9C-CE4447B1DAB0}"/>
    <pc:docChg chg="custSel modSld">
      <pc:chgData name="troy vaughn" userId="eb13a8797f75bf12" providerId="LiveId" clId="{219C8003-241B-4231-8B9C-CE4447B1DAB0}" dt="2021-08-03T03:30:36.877" v="20" actId="20577"/>
      <pc:docMkLst>
        <pc:docMk/>
      </pc:docMkLst>
      <pc:sldChg chg="modSp mod">
        <pc:chgData name="troy vaughn" userId="eb13a8797f75bf12" providerId="LiveId" clId="{219C8003-241B-4231-8B9C-CE4447B1DAB0}" dt="2021-08-03T03:30:36.877" v="20" actId="20577"/>
        <pc:sldMkLst>
          <pc:docMk/>
          <pc:sldMk cId="2914377975" sldId="257"/>
        </pc:sldMkLst>
        <pc:spChg chg="mod">
          <ac:chgData name="troy vaughn" userId="eb13a8797f75bf12" providerId="LiveId" clId="{219C8003-241B-4231-8B9C-CE4447B1DAB0}" dt="2021-08-03T03:30:36.877" v="20" actId="20577"/>
          <ac:spMkLst>
            <pc:docMk/>
            <pc:sldMk cId="2914377975" sldId="257"/>
            <ac:spMk id="2" creationId="{249AD25D-391E-45A6-BCB7-3516208408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5788-1723-4846-8F56-2E6EAEEED6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Getting started with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D26EAE-D841-45ED-9D4B-E110239FC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9028010" cy="1655762"/>
          </a:xfrm>
        </p:spPr>
        <p:txBody>
          <a:bodyPr/>
          <a:lstStyle/>
          <a:p>
            <a:r>
              <a:rPr lang="en-AU" dirty="0"/>
              <a:t>ICTPRG443 Apply Intermediate programming skills in different languages</a:t>
            </a:r>
          </a:p>
        </p:txBody>
      </p:sp>
    </p:spTree>
    <p:extLst>
      <p:ext uri="{BB962C8B-B14F-4D97-AF65-F5344CB8AC3E}">
        <p14:creationId xmlns:p14="http://schemas.microsoft.com/office/powerpoint/2010/main" val="239936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D25D-391E-45A6-BCB7-351620840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10257"/>
          </a:xfrm>
        </p:spPr>
        <p:txBody>
          <a:bodyPr/>
          <a:lstStyle/>
          <a:p>
            <a:r>
              <a:rPr lang="en-AU" dirty="0"/>
              <a:t>What </a:t>
            </a:r>
            <a:r>
              <a:rPr lang="en-AU"/>
              <a:t>we’re covering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76470-1613-4811-922E-833B31F02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What is Java</a:t>
            </a:r>
          </a:p>
          <a:p>
            <a:r>
              <a:rPr lang="en-AU" dirty="0"/>
              <a:t>Java Syntax &amp; Structure</a:t>
            </a:r>
          </a:p>
          <a:p>
            <a:r>
              <a:rPr lang="en-AU" dirty="0" err="1"/>
              <a:t>Pakages</a:t>
            </a:r>
            <a:r>
              <a:rPr lang="en-AU" dirty="0"/>
              <a:t>, Classes &amp; Statements</a:t>
            </a:r>
          </a:p>
          <a:p>
            <a:r>
              <a:rPr lang="en-AU" dirty="0"/>
              <a:t>main() Method</a:t>
            </a:r>
          </a:p>
          <a:p>
            <a:r>
              <a:rPr lang="en-AU" dirty="0"/>
              <a:t>Common Java Concepts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437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0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51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2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3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4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5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6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7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8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9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0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1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62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3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4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5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6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67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8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9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0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1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2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3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4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5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6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0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1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2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3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4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5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6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7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8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9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178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584DEB-E21C-4270-B0BB-3C1CE9F1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What is Java</a:t>
            </a:r>
          </a:p>
        </p:txBody>
      </p:sp>
      <p:sp useBgFill="1">
        <p:nvSpPr>
          <p:cNvPr id="180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Icon - Download in Flat Style">
            <a:extLst>
              <a:ext uri="{FF2B5EF4-FFF2-40B4-BE49-F238E27FC236}">
                <a16:creationId xmlns:a16="http://schemas.microsoft.com/office/drawing/2014/main" id="{0EF1C228-A391-4304-8689-0DD0D4BE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6617" y="1836950"/>
            <a:ext cx="3178638" cy="31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F302-0C6D-4318-8CB4-474263DDF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A programming language developed by Sun Microsystems in 1993.</a:t>
            </a:r>
          </a:p>
          <a:p>
            <a:r>
              <a:rPr lang="en-AU" dirty="0">
                <a:solidFill>
                  <a:srgbClr val="FFFFFF"/>
                </a:solidFill>
              </a:rPr>
              <a:t>A Multi Purpose Object-Oriented Programming Language used to develop web &amp; desktop applications, mobile apps, games and more.</a:t>
            </a:r>
          </a:p>
          <a:p>
            <a:r>
              <a:rPr lang="en-AU" dirty="0">
                <a:solidFill>
                  <a:srgbClr val="FFFFFF"/>
                </a:solidFill>
              </a:rPr>
              <a:t> Developed as a Write Once Run Anywhere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2768719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A5D3E-834D-41EE-8367-9CA50AFF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AU" sz="3200"/>
              <a:t>Ide options for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F162-708C-4224-8881-78F3B50B6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/>
              <a:t>IDEs available for Java include:</a:t>
            </a:r>
          </a:p>
          <a:p>
            <a:pPr lvl="1"/>
            <a:r>
              <a:rPr lang="en-AU" dirty="0"/>
              <a:t>Eclipse</a:t>
            </a:r>
            <a:endParaRPr lang="en-AU"/>
          </a:p>
          <a:p>
            <a:pPr lvl="1"/>
            <a:r>
              <a:rPr lang="en-AU"/>
              <a:t>Netbeans</a:t>
            </a:r>
          </a:p>
          <a:p>
            <a:pPr lvl="1"/>
            <a:r>
              <a:rPr lang="en-AU" dirty="0"/>
              <a:t>IntelliJ</a:t>
            </a:r>
            <a:endParaRPr lang="en-AU"/>
          </a:p>
          <a:p>
            <a:pPr lvl="1"/>
            <a:r>
              <a:rPr lang="en-AU"/>
              <a:t>BlueJ</a:t>
            </a:r>
          </a:p>
          <a:p>
            <a:pPr lvl="1"/>
            <a:r>
              <a:rPr lang="en-AU" dirty="0"/>
              <a:t>JDeveloper</a:t>
            </a:r>
            <a:endParaRPr lang="en-AU"/>
          </a:p>
          <a:p>
            <a:pPr marL="0" indent="0">
              <a:buNone/>
            </a:pPr>
            <a:r>
              <a:rPr lang="en-AU" sz="2000"/>
              <a:t>For this class we will be using the IntelliJ.</a:t>
            </a:r>
          </a:p>
        </p:txBody>
      </p:sp>
      <p:pic>
        <p:nvPicPr>
          <p:cNvPr id="4" name="Picture 2" descr="upload.wikimedia.org/wikipedia/commons/thumb/9/...">
            <a:extLst>
              <a:ext uri="{FF2B5EF4-FFF2-40B4-BE49-F238E27FC236}">
                <a16:creationId xmlns:a16="http://schemas.microsoft.com/office/drawing/2014/main" id="{26E17720-0D64-4565-B3C2-2B9C329A4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10862" y="998538"/>
            <a:ext cx="4153490" cy="415349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97599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2" name="Rectangle 51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Blue digital binary data on a screen">
            <a:extLst>
              <a:ext uri="{FF2B5EF4-FFF2-40B4-BE49-F238E27FC236}">
                <a16:creationId xmlns:a16="http://schemas.microsoft.com/office/drawing/2014/main" id="{888C45F1-A990-4316-83E2-EE2735F986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40" r="20214"/>
          <a:stretch/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7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0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85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413F61E-A398-4FA5-BE1B-B669D90D2D9C}"/>
              </a:ext>
            </a:extLst>
          </p:cNvPr>
          <p:cNvSpPr txBox="1"/>
          <p:nvPr/>
        </p:nvSpPr>
        <p:spPr>
          <a:xfrm>
            <a:off x="6726239" y="1093788"/>
            <a:ext cx="4598986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4000" dirty="0"/>
              <a:t>LETS WRITE OUR FIRST CLASS PROGRAM</a:t>
            </a:r>
          </a:p>
          <a:p>
            <a:pPr algn="ctr"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4000" dirty="0">
                <a:solidFill>
                  <a:schemeClr val="accent1"/>
                </a:solidFill>
              </a:rPr>
              <a:t>Hello World Exercise</a:t>
            </a:r>
          </a:p>
        </p:txBody>
      </p:sp>
    </p:spTree>
    <p:extLst>
      <p:ext uri="{BB962C8B-B14F-4D97-AF65-F5344CB8AC3E}">
        <p14:creationId xmlns:p14="http://schemas.microsoft.com/office/powerpoint/2010/main" val="892972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0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0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Java code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Every piece of Java code follows a certain structure and utilizes several common components.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The example shown is a simple console application which prints the words         “Hello World” in the command console.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C62DE-E879-4F8A-B63E-3FDF0DB57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4095"/>
            <a:ext cx="5456279" cy="294486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2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4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046166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0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0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Packages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A Package is a way of collecting and organizing classes and program functionality together.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Every Package will have its own name and can contain a single class file, or it can contain multiple classes and libraries.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Think of it as a file draw or container that holds all your documents.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474CC-3EED-47DB-8A19-D7E2DFB6D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4095"/>
            <a:ext cx="5456279" cy="294486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2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4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06D502F-D1C0-42B6-B80F-9A24971004E3}"/>
              </a:ext>
            </a:extLst>
          </p:cNvPr>
          <p:cNvSpPr/>
          <p:nvPr/>
        </p:nvSpPr>
        <p:spPr>
          <a:xfrm>
            <a:off x="6269851" y="2013745"/>
            <a:ext cx="2172185" cy="35321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341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0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0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CLAsses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Classes act like containers that hold collections of data and logic that brings functionality to our programs.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These containers are generally a single file and are generally contained within a Package.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Every class has a name which follows the class declaration. Our example class is called ‘Main’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B75F2-9D9F-4F7F-840F-20B9979A0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4095"/>
            <a:ext cx="5456279" cy="294486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2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4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74F71F1-DB23-4801-A860-C6946CF0FA3C}"/>
              </a:ext>
            </a:extLst>
          </p:cNvPr>
          <p:cNvSpPr/>
          <p:nvPr/>
        </p:nvSpPr>
        <p:spPr>
          <a:xfrm>
            <a:off x="7084291" y="2852233"/>
            <a:ext cx="1145309" cy="33893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206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0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0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Import statements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Import statements tells our program to include and install another Package to the application and allow it access and use the classes and functionality of the added Package.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By calling the java.io Namespace in this code example, we can later access the relevant classes and functionality to use later in our code if we need to.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AB602-C248-4559-AE19-C9C1E2881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4095"/>
            <a:ext cx="5456279" cy="294486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2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4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A58AAEE-BC43-4186-A167-08E987C6201F}"/>
              </a:ext>
            </a:extLst>
          </p:cNvPr>
          <p:cNvSpPr/>
          <p:nvPr/>
        </p:nvSpPr>
        <p:spPr>
          <a:xfrm>
            <a:off x="6223950" y="2366963"/>
            <a:ext cx="2005649" cy="23769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224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0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0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statements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Statements are the lines of code that instruct the program to do something. They can contain various commands or instructions and are always followed by a semi-colon to indicate the end of the statement.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The example given is telling the program to write the words “Hello World” on screen to the output window.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18156-A736-49CF-B2BF-D357423D5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4095"/>
            <a:ext cx="5456279" cy="294486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2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4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14B18E9-6E94-4406-90B7-8D6A7B227AB8}"/>
              </a:ext>
            </a:extLst>
          </p:cNvPr>
          <p:cNvSpPr/>
          <p:nvPr/>
        </p:nvSpPr>
        <p:spPr>
          <a:xfrm>
            <a:off x="7139709" y="4021138"/>
            <a:ext cx="3639127" cy="31995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7547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0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0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Curly braces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Braces are used to help organize and group together sections of code within your program. 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set of braces has an opening and closing brace to indicate the start and end of a block or sequence of code.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They help indicate what lines of your  code are logically contained within a given Class, Method or other programming structure.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DFDE7-1442-424A-ACC5-CBC0BDD26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4095"/>
            <a:ext cx="5456279" cy="294486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2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4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D0AEF30-900F-4495-9E66-21C013FB2BFB}"/>
              </a:ext>
            </a:extLst>
          </p:cNvPr>
          <p:cNvSpPr/>
          <p:nvPr/>
        </p:nvSpPr>
        <p:spPr>
          <a:xfrm>
            <a:off x="10750205" y="3387936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C29EF43-7336-4E87-99B5-1939273E647F}"/>
              </a:ext>
            </a:extLst>
          </p:cNvPr>
          <p:cNvSpPr/>
          <p:nvPr/>
        </p:nvSpPr>
        <p:spPr>
          <a:xfrm>
            <a:off x="6773680" y="4210051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97F9E38-444E-4087-A874-178E5A24311A}"/>
              </a:ext>
            </a:extLst>
          </p:cNvPr>
          <p:cNvSpPr/>
          <p:nvPr/>
        </p:nvSpPr>
        <p:spPr>
          <a:xfrm>
            <a:off x="6336980" y="4481513"/>
            <a:ext cx="233680" cy="37804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AEF4182-305D-4FA9-9107-570796F97F3A}"/>
              </a:ext>
            </a:extLst>
          </p:cNvPr>
          <p:cNvSpPr/>
          <p:nvPr/>
        </p:nvSpPr>
        <p:spPr>
          <a:xfrm>
            <a:off x="8221516" y="2823297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94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3" name="Group 27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9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0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0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8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Main Method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method must always appear in every program and is the starting point for every Java application.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Any code within the main method’s curly braces will be executed in sequence as your application begins.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Depending on the contained code it may create and trigger additional classes and applications as it runs but no program will start without one.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CB111-26B7-4A9F-A442-AE784081E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4095"/>
            <a:ext cx="5456279" cy="294486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2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4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284E389-2B8C-4D71-9A9B-E688825E2569}"/>
              </a:ext>
            </a:extLst>
          </p:cNvPr>
          <p:cNvSpPr/>
          <p:nvPr/>
        </p:nvSpPr>
        <p:spPr>
          <a:xfrm>
            <a:off x="6742111" y="3376773"/>
            <a:ext cx="4027489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276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7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7C7846-C389-430D-A8E5-BB2F3ACA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AU"/>
              <a:t>Other useful concepts</a:t>
            </a:r>
            <a:endParaRPr lang="en-AU" dirty="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9AFB6E28-1BEC-424B-8269-25C7BCC80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2176462"/>
            <a:ext cx="5831944" cy="3070225"/>
          </a:xfrm>
        </p:spPr>
        <p:txBody>
          <a:bodyPr>
            <a:normAutofit/>
          </a:bodyPr>
          <a:lstStyle/>
          <a:p>
            <a:r>
              <a:rPr lang="en-AU" sz="4000" dirty="0"/>
              <a:t>Commenting</a:t>
            </a:r>
          </a:p>
          <a:p>
            <a:r>
              <a:rPr lang="en-AU" sz="4000" dirty="0"/>
              <a:t>Whitespace</a:t>
            </a:r>
          </a:p>
          <a:p>
            <a:r>
              <a:rPr lang="en-AU" sz="4000" dirty="0"/>
              <a:t>Case-Sensitivity</a:t>
            </a:r>
          </a:p>
        </p:txBody>
      </p:sp>
    </p:spTree>
    <p:extLst>
      <p:ext uri="{BB962C8B-B14F-4D97-AF65-F5344CB8AC3E}">
        <p14:creationId xmlns:p14="http://schemas.microsoft.com/office/powerpoint/2010/main" val="64230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D649-FB30-4D20-A4AC-8E4554C4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/>
              <a:t>Comments</a:t>
            </a:r>
            <a:endParaRPr lang="en-US" sz="3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2B5E97-5806-4E39-9715-D3A62EF6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976" y="1801813"/>
            <a:ext cx="4784723" cy="441272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dirty="0"/>
              <a:t>Comments can be added to your code to give additional information about your program from within your code.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dirty="0"/>
              <a:t>The two most common ways to add comments are: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dirty="0"/>
              <a:t>//Double forward slash for single lines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dirty="0"/>
              <a:t>/*Forward slash followed and asterisk to start a multi-line comment block followed by the reverse to end the block*/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dirty="0"/>
              <a:t>You program will ignore the content in the comment blocks when it runs. This is great for internal code documentation.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20B20-9DAC-4A68-85EB-E7B807FA4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88577"/>
            <a:ext cx="5456279" cy="42558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005735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D649-FB30-4D20-A4AC-8E4554C4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White-space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2B5E97-5806-4E39-9715-D3A62EF6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When your application is built and runs, the Java compiler ignores white-space such as  empty lines and spaces before and after code blocks and statements.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This can be used to your advantage to give space between sequences of logic to make the code more readable to human eyes.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Use white-space when practical.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8CDD6-6D73-4665-A77B-9B1E200FA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88577"/>
            <a:ext cx="5456279" cy="42558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712687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D649-FB30-4D20-A4AC-8E4554C4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Case sensitivity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2B5E97-5806-4E39-9715-D3A62EF6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All names in Java are case sensitive.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“System” and “system” will not be recognized as the same thing.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Take care that when you reference something in your code that the casing matches the object you are referring to.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9F20B-370D-4E75-8EC4-34A0FA114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88577"/>
            <a:ext cx="5456279" cy="42558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925530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62F2-27D3-42A9-8AB9-E3DF7383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we’ve 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A8B6-E3B2-418C-9982-CC5D1F0E8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What is Java</a:t>
            </a:r>
          </a:p>
          <a:p>
            <a:r>
              <a:rPr lang="en-AU" dirty="0"/>
              <a:t>Java IDEs</a:t>
            </a:r>
          </a:p>
          <a:p>
            <a:r>
              <a:rPr lang="en-AU" dirty="0"/>
              <a:t>Java Syntax &amp; Structure</a:t>
            </a:r>
          </a:p>
          <a:p>
            <a:r>
              <a:rPr lang="en-AU" dirty="0"/>
              <a:t>Packages, Classes &amp; Statements</a:t>
            </a:r>
          </a:p>
          <a:p>
            <a:r>
              <a:rPr lang="en-AU" dirty="0"/>
              <a:t>main() Method</a:t>
            </a:r>
          </a:p>
          <a:p>
            <a:r>
              <a:rPr lang="en-AU" dirty="0"/>
              <a:t>Common Java Concepts - Comments, White-Space &amp; Case-Sensitivity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291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388</TotalTime>
  <Words>729</Words>
  <Application>Microsoft Office PowerPoint</Application>
  <PresentationFormat>Widescreen</PresentationFormat>
  <Paragraphs>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</vt:lpstr>
      <vt:lpstr>Getting started with Java</vt:lpstr>
      <vt:lpstr>What we’re covering</vt:lpstr>
      <vt:lpstr>What is Java</vt:lpstr>
      <vt:lpstr>Ide options for Java</vt:lpstr>
      <vt:lpstr>PowerPoint Presentation</vt:lpstr>
      <vt:lpstr>Java code example</vt:lpstr>
      <vt:lpstr>Packages</vt:lpstr>
      <vt:lpstr>CLAsses</vt:lpstr>
      <vt:lpstr>Import statements</vt:lpstr>
      <vt:lpstr>statements</vt:lpstr>
      <vt:lpstr>Curly braces</vt:lpstr>
      <vt:lpstr>Main Method</vt:lpstr>
      <vt:lpstr>Other useful concepts</vt:lpstr>
      <vt:lpstr>Comments</vt:lpstr>
      <vt:lpstr>White-space</vt:lpstr>
      <vt:lpstr>Case sensitivity</vt:lpstr>
      <vt:lpstr>What we’ve covered so far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C#</dc:title>
  <dc:creator>troy vaughn</dc:creator>
  <cp:lastModifiedBy>troy vaughn</cp:lastModifiedBy>
  <cp:revision>2</cp:revision>
  <dcterms:created xsi:type="dcterms:W3CDTF">2021-07-09T01:26:31Z</dcterms:created>
  <dcterms:modified xsi:type="dcterms:W3CDTF">2022-01-24T11:54:12Z</dcterms:modified>
</cp:coreProperties>
</file>